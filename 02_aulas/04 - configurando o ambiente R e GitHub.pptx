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9" r:id="rId4"/>
    <p:sldId id="260" r:id="rId5"/>
    <p:sldId id="262" r:id="rId6"/>
    <p:sldId id="263" r:id="rId7"/>
    <p:sldId id="266" r:id="rId8"/>
    <p:sldId id="264" r:id="rId9"/>
    <p:sldId id="268" r:id="rId10"/>
    <p:sldId id="269" r:id="rId11"/>
    <p:sldId id="270" r:id="rId12"/>
    <p:sldId id="271" r:id="rId13"/>
    <p:sldId id="265" r:id="rId14"/>
    <p:sldId id="267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84" r:id="rId24"/>
    <p:sldId id="272" r:id="rId25"/>
    <p:sldId id="273" r:id="rId26"/>
    <p:sldId id="274" r:id="rId27"/>
    <p:sldId id="285" r:id="rId28"/>
    <p:sldId id="288" r:id="rId29"/>
    <p:sldId id="287" r:id="rId30"/>
    <p:sldId id="286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4F8A"/>
    <a:srgbClr val="66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98" d="100"/>
          <a:sy n="98" d="100"/>
        </p:scale>
        <p:origin x="107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529467-8579-4FA0-8669-C9CFBABA9C31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D7D573-0EE4-4C3A-88EF-224C1F95AF3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1047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094398-97E2-52C6-9F0B-800C13A77E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5EED938-CD58-C48A-E901-57759BF04D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BED22D-C697-CBF2-589D-7962819A5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E58C-7D0A-4DCB-B57B-A443E264A768}" type="datetime1">
              <a:rPr lang="en-US" smtClean="0"/>
              <a:t>12/25/2025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D6E4E91-A0D5-217F-12D8-8803FA26C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740558-9399-C016-4204-73C0539FB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441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D85D67-D9D5-36E7-63D5-7BB57D749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59729D-2418-F2E0-5FA7-89EF11D92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7745FD4-F2F2-A9A6-C734-AD47ADB75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A27A5-40BD-415A-BF23-4B69539A0572}" type="datetime1">
              <a:rPr lang="en-US" smtClean="0"/>
              <a:t>12/25/2025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3E97038-EE39-4AAA-92FE-20E3F335B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D31B090-ADC6-2612-1660-F3CD60949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248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995055-298D-4D7F-E9E8-262F699BC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15CF964-D810-1714-25A2-C81DA382C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898F54-375C-AA29-32BA-0620F262F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2BDFC-7B55-406A-B5D7-AC65E7DE3A6E}" type="datetime1">
              <a:rPr lang="en-US" smtClean="0"/>
              <a:t>12/25/2025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1058036-D3BE-2FB1-806C-68CE566E6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7ECD48-2DE3-A34F-975B-EB8B1A5AE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087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488DCE-7282-FBFB-B444-A5C4707DB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2EC483-F543-6557-9C80-5C95591F0E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46D0137-77A0-82EB-D031-178EE6BB68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61A195B-4A57-BD5E-4A6F-217DB31B6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0955DF-5092-435A-8356-53F36D338F9B}" type="datetime1">
              <a:rPr lang="en-US" smtClean="0"/>
              <a:t>12/25/2025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3FD7210-6D57-FD5C-54A8-181EA60DA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EB8C8AC-D518-2451-8CCD-4EC638D3F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858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F43773-C553-9C1C-1503-473A00C39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721B76D-619F-F345-6EC1-A4B6E927E8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6D67093-0ACC-E07F-9FF7-A28E85B94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8C397D8-7EC5-FD6F-B784-8379CE3430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8A7895A-B285-A641-0D0E-C96913AA4D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0745A42-EABA-5F50-7972-07CC8C769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47FD32-A186-445C-BBAD-F11C8740C465}" type="datetime1">
              <a:rPr lang="en-US" smtClean="0"/>
              <a:t>12/25/2025</a:t>
            </a:fld>
            <a:endParaRPr lang="en-US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F285213-08EF-1BA7-4C81-23860FDA2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B466E2D-448B-2E34-907C-A0E6E72BD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213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809425-A5CA-51C6-0E24-A416FA074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1288CCD-AD87-9068-971C-C75A11541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EF75D-20B9-4B8B-8A0F-815FE4C30389}" type="datetime1">
              <a:rPr lang="en-US" smtClean="0"/>
              <a:t>12/25/2025</a:t>
            </a:fld>
            <a:endParaRPr lang="en-US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41B7D4F-1F98-F500-4823-4E3D15081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73886CE-9B0B-B1DC-32E8-FA1B822BD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5020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F8C47CED-790B-84D4-2FEA-F8B103CF9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4DE1A-19C8-417E-A525-6AABF6C474FE}" type="datetime1">
              <a:rPr lang="en-US" smtClean="0"/>
              <a:t>12/25/2025</a:t>
            </a:fld>
            <a:endParaRPr lang="en-US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858B6E0E-A473-0745-EC36-0634AE671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BC9E85F-4324-75D1-CDF3-04D534D09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07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A1AAB6-4814-4495-1499-B90EEA10F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14C59E-6762-5981-BD5F-F2011157D4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03D3FF2-E62F-91D7-6124-AFF4C8792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9EACE81-6631-83FB-7071-C78DD6C8C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BCFDB-D55B-43A4-96B1-1819A1BFD488}" type="datetime1">
              <a:rPr lang="en-US" smtClean="0"/>
              <a:t>12/25/2025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DF9EDA0-18AA-DD19-98C4-BDE83DCDF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7BF3CAB-B5C3-4EFF-07CF-6AA87718A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874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D8A623-FEFE-8E49-AB9F-147D72727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CEAC5AAE-980C-2B56-E920-AA882ACEB0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C89EEAF-39EF-5488-CA9C-532E2E68BB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424F6A6-66EC-7BD4-C16E-FE3E1575A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FAD9-7B10-4DDA-B862-4403C3EF85BA}" type="datetime1">
              <a:rPr lang="en-US" smtClean="0"/>
              <a:t>12/25/2025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7A4676F-799D-CCE6-E9CE-D312BC380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B1858E4-ECDD-5926-BF61-A8709282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68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202DC5-3885-4A91-BA52-8CD77359D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D0A5593-856D-8632-22AF-6ABD269E4D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244EFDC-45DB-974C-F440-888A7BF3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AB9D2-FAD5-4B84-8204-D913C64D43B0}" type="datetime1">
              <a:rPr lang="en-US" smtClean="0"/>
              <a:t>12/25/2025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2400D6-7ADC-8551-0B84-A8BA589C6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1C06E74-BFF4-021F-F64D-2401AEA38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654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D53D80F-1716-46BC-EF06-4C5132348D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5AFD786-4D59-CC81-78B2-FA4814427B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3AD2FFF-374F-335D-E82E-598C4C20E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721C3-F5C8-40D1-B84E-588D1A29565B}" type="datetime1">
              <a:rPr lang="en-US" smtClean="0"/>
              <a:t>12/25/2025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56EBBF5-30B6-0E2A-985F-70361B08D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32E6C06-A6E4-A0B5-8117-01FA707D6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153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750728F-27C0-5C6E-5379-20354DCCA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FE8A31E-F870-2697-FDFA-74D6E6B04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6C20903-868C-F68B-55E6-16DF738E55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11B9A6-A462-4F44-8586-F7218A54EFA3}" type="datetime1">
              <a:rPr lang="en-US" smtClean="0"/>
              <a:t>12/25/2025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64AA42-10BD-E61D-041E-EDDEB124DE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1B29B17-0098-6FD0-1091-D537D6472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B5B39C-3780-455C-80CA-14351220CBC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437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ran.r-project.org/bin/windows/base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cran.r-project.org/bin/windows/base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osit.co/download/rstudio-desktop/" TargetMode="Externa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install/windows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https://github.com/souzayuri/LABIC_curso_introducao_a_manejo_visualizacao_e_analise_de_dados_com_R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github.com/souzayuri/LABIC_curso_introducao_a_manejo_visualizacao_e_analise_de_dados_com_R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A2305B-4E99-C734-6B9E-C22991EF54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Configurando o ambiente R e GitHub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C896DB1-EDD5-85FD-99BD-98C19D5669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Curso:</a:t>
            </a:r>
            <a:br>
              <a:rPr lang="pt-BR" dirty="0"/>
            </a:br>
            <a:r>
              <a:rPr lang="pt-BR" b="1" dirty="0"/>
              <a:t>Introdução à manejo, visualização e análise de dados com R</a:t>
            </a:r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7DEB418-9C1C-A5C0-F0E5-47CD45E58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321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9A1354-F76C-5B49-0D6F-7FCB6F9D8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23271" cy="931739"/>
          </a:xfrm>
        </p:spPr>
        <p:txBody>
          <a:bodyPr/>
          <a:lstStyle/>
          <a:p>
            <a:r>
              <a:rPr lang="en-US" b="1" dirty="0" err="1">
                <a:solidFill>
                  <a:srgbClr val="6E4F8A"/>
                </a:solidFill>
              </a:rPr>
              <a:t>Baixando</a:t>
            </a:r>
            <a:r>
              <a:rPr lang="en-US" b="1" dirty="0">
                <a:solidFill>
                  <a:srgbClr val="6E4F8A"/>
                </a:solidFill>
              </a:rPr>
              <a:t> 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E7AFA76-9A6D-A173-0603-A724F1527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5303" y="5213386"/>
            <a:ext cx="4589206" cy="395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>
                <a:hlinkClick r:id="rId2"/>
              </a:rPr>
              <a:t>https://cran.r-project.org/bin/windows/base/</a:t>
            </a:r>
            <a:endParaRPr lang="en-US" sz="1400" dirty="0"/>
          </a:p>
        </p:txBody>
      </p:sp>
      <p:pic>
        <p:nvPicPr>
          <p:cNvPr id="5" name="Imagem 4" descr="Interface gráfica do usuário, Texto, Aplicativo, Email&#10;&#10;O conteúdo gerado por IA pode estar incorreto.">
            <a:extLst>
              <a:ext uri="{FF2B5EF4-FFF2-40B4-BE49-F238E27FC236}">
                <a16:creationId xmlns:a16="http://schemas.microsoft.com/office/drawing/2014/main" id="{CF9B1947-1970-3902-B0B8-E1CFD70950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303" y="1446637"/>
            <a:ext cx="5875259" cy="36169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12AAFD7C-8E10-BE62-F24C-0CC44CA77400}"/>
              </a:ext>
            </a:extLst>
          </p:cNvPr>
          <p:cNvSpPr/>
          <p:nvPr/>
        </p:nvSpPr>
        <p:spPr>
          <a:xfrm>
            <a:off x="275303" y="1651819"/>
            <a:ext cx="2733368" cy="7374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847783F6-5B55-2078-CDC2-64BCF453CEBB}"/>
              </a:ext>
            </a:extLst>
          </p:cNvPr>
          <p:cNvSpPr/>
          <p:nvPr/>
        </p:nvSpPr>
        <p:spPr>
          <a:xfrm>
            <a:off x="113070" y="1134631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C6D358C-4858-D8B3-777C-796A23A74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979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21D4-8B71-D60A-FE27-3F8835BB4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713037-4360-CC3F-E1BF-B5B0957FB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23271" cy="931739"/>
          </a:xfrm>
        </p:spPr>
        <p:txBody>
          <a:bodyPr/>
          <a:lstStyle/>
          <a:p>
            <a:r>
              <a:rPr lang="en-US" b="1" dirty="0" err="1">
                <a:solidFill>
                  <a:srgbClr val="6E4F8A"/>
                </a:solidFill>
              </a:rPr>
              <a:t>Baixando</a:t>
            </a:r>
            <a:r>
              <a:rPr lang="en-US" b="1" dirty="0">
                <a:solidFill>
                  <a:srgbClr val="6E4F8A"/>
                </a:solidFill>
              </a:rPr>
              <a:t> R e RStudio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1AF45F-F43A-093F-6CBA-323945590B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5303" y="5213386"/>
            <a:ext cx="4589206" cy="395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>
                <a:hlinkClick r:id="rId2"/>
              </a:rPr>
              <a:t>https://cran.r-project.org/bin/windows/base/</a:t>
            </a:r>
            <a:endParaRPr lang="en-US" sz="1400" dirty="0"/>
          </a:p>
        </p:txBody>
      </p:sp>
      <p:pic>
        <p:nvPicPr>
          <p:cNvPr id="5" name="Imagem 4" descr="Interface gráfica do usuário, Texto, Aplicativo, Email&#10;&#10;O conteúdo gerado por IA pode estar incorreto.">
            <a:extLst>
              <a:ext uri="{FF2B5EF4-FFF2-40B4-BE49-F238E27FC236}">
                <a16:creationId xmlns:a16="http://schemas.microsoft.com/office/drawing/2014/main" id="{1C67B98E-15B7-E094-CFEC-90E8BF3631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303" y="1446637"/>
            <a:ext cx="5875259" cy="36169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Elipse 6">
            <a:extLst>
              <a:ext uri="{FF2B5EF4-FFF2-40B4-BE49-F238E27FC236}">
                <a16:creationId xmlns:a16="http://schemas.microsoft.com/office/drawing/2014/main" id="{99AF3DEF-5420-B93A-E78F-DD48F807B65E}"/>
              </a:ext>
            </a:extLst>
          </p:cNvPr>
          <p:cNvSpPr/>
          <p:nvPr/>
        </p:nvSpPr>
        <p:spPr>
          <a:xfrm>
            <a:off x="113070" y="1134631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pic>
        <p:nvPicPr>
          <p:cNvPr id="4" name="Imagem 3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C3513637-87FF-3C48-BBDA-64BD90CAEA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6741" y="1446637"/>
            <a:ext cx="5875259" cy="466471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48802D21-70BD-2705-6FD6-4C577EF74F0C}"/>
              </a:ext>
            </a:extLst>
          </p:cNvPr>
          <p:cNvSpPr/>
          <p:nvPr/>
        </p:nvSpPr>
        <p:spPr>
          <a:xfrm>
            <a:off x="6212013" y="1134631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C756A0C-3B07-4096-71C3-2F619A257913}"/>
              </a:ext>
            </a:extLst>
          </p:cNvPr>
          <p:cNvSpPr/>
          <p:nvPr/>
        </p:nvSpPr>
        <p:spPr>
          <a:xfrm>
            <a:off x="9340645" y="5063612"/>
            <a:ext cx="2733368" cy="9635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spaço Reservado para Conteúdo 2">
            <a:hlinkClick r:id="rId5"/>
            <a:extLst>
              <a:ext uri="{FF2B5EF4-FFF2-40B4-BE49-F238E27FC236}">
                <a16:creationId xmlns:a16="http://schemas.microsoft.com/office/drawing/2014/main" id="{2396096D-6B6F-5D8F-15DE-3B4319E5FC07}"/>
              </a:ext>
            </a:extLst>
          </p:cNvPr>
          <p:cNvSpPr txBox="1">
            <a:spLocks/>
          </p:cNvSpPr>
          <p:nvPr/>
        </p:nvSpPr>
        <p:spPr>
          <a:xfrm>
            <a:off x="6212013" y="6225381"/>
            <a:ext cx="4589206" cy="3959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hlinkClick r:id="rId5"/>
              </a:rPr>
              <a:t>https://posit.co/download/rstudio-desktop/</a:t>
            </a:r>
            <a:endParaRPr lang="en-US" sz="1400" dirty="0"/>
          </a:p>
        </p:txBody>
      </p:sp>
      <p:sp>
        <p:nvSpPr>
          <p:cNvPr id="10" name="Espaço Reservado para Número de Slide 9">
            <a:extLst>
              <a:ext uri="{FF2B5EF4-FFF2-40B4-BE49-F238E27FC236}">
                <a16:creationId xmlns:a16="http://schemas.microsoft.com/office/drawing/2014/main" id="{2EB45A80-8131-415C-9A6B-12757C442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274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DD7D6-A5A0-BD1F-BA7D-4FDA1F003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m 16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3A2F892E-BA39-26C3-49A6-1B3741BEB7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8" y="787911"/>
            <a:ext cx="7976550" cy="599766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19B208C9-41D2-E8A1-A74C-9035C4E1E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411E57C1-B64B-4AFB-FDC4-6E6452468FA5}"/>
              </a:ext>
            </a:extLst>
          </p:cNvPr>
          <p:cNvSpPr/>
          <p:nvPr/>
        </p:nvSpPr>
        <p:spPr>
          <a:xfrm>
            <a:off x="1888868" y="125986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FB6FF07C-D103-4019-0A8A-93E864257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4</a:t>
            </a:fld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97A30A0F-A7AE-AEE8-7C98-AB7C5508BE22}"/>
              </a:ext>
            </a:extLst>
          </p:cNvPr>
          <p:cNvSpPr/>
          <p:nvPr/>
        </p:nvSpPr>
        <p:spPr>
          <a:xfrm>
            <a:off x="2123768" y="118027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5B5C062-67E1-4E2D-8ACC-6699ACD7089E}"/>
              </a:ext>
            </a:extLst>
          </p:cNvPr>
          <p:cNvSpPr txBox="1"/>
          <p:nvPr/>
        </p:nvSpPr>
        <p:spPr>
          <a:xfrm>
            <a:off x="603300" y="1234315"/>
            <a:ext cx="13484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50" dirty="0"/>
              <a:t>Abrir um novo script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518147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9B7AA-B9BE-5C95-D9AC-F455C115F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6C7D5D01-DB62-2B83-84AE-B662203B4B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9" y="787911"/>
            <a:ext cx="8008636" cy="60521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E78C52E-BB38-325A-43E9-826BF7081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00DBF29D-95CF-090A-54B0-ED38DE2E024B}"/>
              </a:ext>
            </a:extLst>
          </p:cNvPr>
          <p:cNvSpPr/>
          <p:nvPr/>
        </p:nvSpPr>
        <p:spPr>
          <a:xfrm>
            <a:off x="1888868" y="125986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91A8D625-9486-5B34-9B07-72E750395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5</a:t>
            </a:fld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4A24C734-D4FA-7FFE-5A9C-D6F4CE46F57E}"/>
              </a:ext>
            </a:extLst>
          </p:cNvPr>
          <p:cNvSpPr/>
          <p:nvPr/>
        </p:nvSpPr>
        <p:spPr>
          <a:xfrm>
            <a:off x="2127814" y="1388634"/>
            <a:ext cx="4379989" cy="30082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8FE90E56-B5BC-E308-DD79-67B29D2B340E}"/>
              </a:ext>
            </a:extLst>
          </p:cNvPr>
          <p:cNvSpPr txBox="1"/>
          <p:nvPr/>
        </p:nvSpPr>
        <p:spPr>
          <a:xfrm>
            <a:off x="603300" y="1234315"/>
            <a:ext cx="13484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50" dirty="0"/>
              <a:t>Abrir um novo script</a:t>
            </a:r>
            <a:endParaRPr lang="en-US" sz="1050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1635549A-FBD2-866F-3594-08B7EFEBCF46}"/>
              </a:ext>
            </a:extLst>
          </p:cNvPr>
          <p:cNvSpPr/>
          <p:nvPr/>
        </p:nvSpPr>
        <p:spPr>
          <a:xfrm>
            <a:off x="1888868" y="206401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8DBE352-E17C-5143-3EF6-D18421D8D3C4}"/>
              </a:ext>
            </a:extLst>
          </p:cNvPr>
          <p:cNvSpPr txBox="1"/>
          <p:nvPr/>
        </p:nvSpPr>
        <p:spPr>
          <a:xfrm>
            <a:off x="750917" y="1957677"/>
            <a:ext cx="113795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Aba onde vamos escrever o script</a:t>
            </a:r>
            <a:endParaRPr lang="en-US" sz="1050" dirty="0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82B5652A-AC4A-9D0F-8CB2-DBD98D7AC917}"/>
              </a:ext>
            </a:extLst>
          </p:cNvPr>
          <p:cNvSpPr/>
          <p:nvPr/>
        </p:nvSpPr>
        <p:spPr>
          <a:xfrm>
            <a:off x="2123768" y="118027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617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2B757-650A-570C-FECC-E882F719E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F9029D67-1117-2650-DED6-A05DB13DA0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9" y="787911"/>
            <a:ext cx="8008636" cy="60521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F68FBAE-551E-0708-E270-A7F8675E6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8134CB78-7277-27C8-15B2-2E8C05D278C0}"/>
              </a:ext>
            </a:extLst>
          </p:cNvPr>
          <p:cNvSpPr/>
          <p:nvPr/>
        </p:nvSpPr>
        <p:spPr>
          <a:xfrm>
            <a:off x="1888868" y="125986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AA1BC353-D0C7-CBD3-5121-160859E5A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6</a:t>
            </a:fld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FE83ACA8-3E0E-4DC5-B6B2-82985C173FE7}"/>
              </a:ext>
            </a:extLst>
          </p:cNvPr>
          <p:cNvSpPr/>
          <p:nvPr/>
        </p:nvSpPr>
        <p:spPr>
          <a:xfrm>
            <a:off x="2127814" y="1388634"/>
            <a:ext cx="4379989" cy="30082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0D1806E0-0048-6389-8430-5997A3E116C4}"/>
              </a:ext>
            </a:extLst>
          </p:cNvPr>
          <p:cNvSpPr txBox="1"/>
          <p:nvPr/>
        </p:nvSpPr>
        <p:spPr>
          <a:xfrm>
            <a:off x="603300" y="1234315"/>
            <a:ext cx="13484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50" dirty="0"/>
              <a:t>Abrir um novo script</a:t>
            </a:r>
            <a:endParaRPr lang="en-US" sz="1050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2A33675D-089C-E5F3-E520-F70E71CAB7D9}"/>
              </a:ext>
            </a:extLst>
          </p:cNvPr>
          <p:cNvSpPr/>
          <p:nvPr/>
        </p:nvSpPr>
        <p:spPr>
          <a:xfrm>
            <a:off x="1888868" y="206401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971EDD98-DF26-94BB-4484-9FDAFC895F64}"/>
              </a:ext>
            </a:extLst>
          </p:cNvPr>
          <p:cNvSpPr txBox="1"/>
          <p:nvPr/>
        </p:nvSpPr>
        <p:spPr>
          <a:xfrm>
            <a:off x="750917" y="1957677"/>
            <a:ext cx="113795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Aba onde vamos escrever o script</a:t>
            </a:r>
            <a:endParaRPr lang="en-US" sz="1050" dirty="0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3ED3C695-4FEF-3055-A54B-3A66A5A74E39}"/>
              </a:ext>
            </a:extLst>
          </p:cNvPr>
          <p:cNvSpPr/>
          <p:nvPr/>
        </p:nvSpPr>
        <p:spPr>
          <a:xfrm>
            <a:off x="2123768" y="118027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5E07E74-5A3E-FED0-AE29-0C764A7F46A6}"/>
              </a:ext>
            </a:extLst>
          </p:cNvPr>
          <p:cNvSpPr/>
          <p:nvPr/>
        </p:nvSpPr>
        <p:spPr>
          <a:xfrm>
            <a:off x="2123768" y="4432929"/>
            <a:ext cx="4379989" cy="24250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82CE9EC8-D882-11DA-86E9-6EE6FC1A06A4}"/>
              </a:ext>
            </a:extLst>
          </p:cNvPr>
          <p:cNvSpPr/>
          <p:nvPr/>
        </p:nvSpPr>
        <p:spPr>
          <a:xfrm>
            <a:off x="1888868" y="448482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3</a:t>
            </a:r>
            <a:endParaRPr lang="en-US" sz="12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CAA0F732-9A44-48A3-756B-3AABE9890C19}"/>
              </a:ext>
            </a:extLst>
          </p:cNvPr>
          <p:cNvSpPr txBox="1"/>
          <p:nvPr/>
        </p:nvSpPr>
        <p:spPr>
          <a:xfrm>
            <a:off x="743237" y="4586233"/>
            <a:ext cx="1348445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b="1" dirty="0"/>
              <a:t>Console</a:t>
            </a:r>
            <a:r>
              <a:rPr lang="pt-BR" sz="1050" dirty="0"/>
              <a:t>:</a:t>
            </a:r>
          </a:p>
          <a:p>
            <a:pPr algn="ctr"/>
            <a:r>
              <a:rPr lang="pt-BR" sz="1050" dirty="0"/>
              <a:t>Ambiente onde os resultados do script rodado será impresso/mostrado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818407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2D556-0639-AD5C-8372-C88DF8990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448D853A-F833-0FA2-BAA5-8226454C88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9" y="787911"/>
            <a:ext cx="8008636" cy="60521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1D502C7-0705-F14D-C22E-E2F7148F5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053CC480-14D2-FDFC-B16E-4A29C253B724}"/>
              </a:ext>
            </a:extLst>
          </p:cNvPr>
          <p:cNvSpPr/>
          <p:nvPr/>
        </p:nvSpPr>
        <p:spPr>
          <a:xfrm>
            <a:off x="1888868" y="125986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46FB45A9-58A1-C0C0-15DF-D3637E59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7</a:t>
            </a:fld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A2AE5633-1931-DF6C-C644-29E32028FB0E}"/>
              </a:ext>
            </a:extLst>
          </p:cNvPr>
          <p:cNvSpPr/>
          <p:nvPr/>
        </p:nvSpPr>
        <p:spPr>
          <a:xfrm>
            <a:off x="2127814" y="1388634"/>
            <a:ext cx="4379989" cy="30082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A13AC295-41F5-D5D9-1130-8DF395AC4663}"/>
              </a:ext>
            </a:extLst>
          </p:cNvPr>
          <p:cNvSpPr txBox="1"/>
          <p:nvPr/>
        </p:nvSpPr>
        <p:spPr>
          <a:xfrm>
            <a:off x="603300" y="1234315"/>
            <a:ext cx="13484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50" dirty="0"/>
              <a:t>Abrir um novo script</a:t>
            </a:r>
            <a:endParaRPr lang="en-US" sz="1050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D762F685-6EEA-D935-7ECE-8DBFF8734CDF}"/>
              </a:ext>
            </a:extLst>
          </p:cNvPr>
          <p:cNvSpPr/>
          <p:nvPr/>
        </p:nvSpPr>
        <p:spPr>
          <a:xfrm>
            <a:off x="1888868" y="206401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B92F4377-AF95-969D-4E4D-1AC021FB08B6}"/>
              </a:ext>
            </a:extLst>
          </p:cNvPr>
          <p:cNvSpPr txBox="1"/>
          <p:nvPr/>
        </p:nvSpPr>
        <p:spPr>
          <a:xfrm>
            <a:off x="750917" y="1957677"/>
            <a:ext cx="113795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Aba onde vamos escrever o script</a:t>
            </a:r>
            <a:endParaRPr lang="en-US" sz="1050" dirty="0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0FF0A9AF-2C8A-3280-653F-3435CC2A71E0}"/>
              </a:ext>
            </a:extLst>
          </p:cNvPr>
          <p:cNvSpPr/>
          <p:nvPr/>
        </p:nvSpPr>
        <p:spPr>
          <a:xfrm>
            <a:off x="2123768" y="118027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FEC901D-FB47-B4B8-5321-9FF123337694}"/>
              </a:ext>
            </a:extLst>
          </p:cNvPr>
          <p:cNvSpPr/>
          <p:nvPr/>
        </p:nvSpPr>
        <p:spPr>
          <a:xfrm>
            <a:off x="2123768" y="4432929"/>
            <a:ext cx="4379989" cy="24250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51B29526-46D0-303B-9EB9-96F0305C0281}"/>
              </a:ext>
            </a:extLst>
          </p:cNvPr>
          <p:cNvSpPr/>
          <p:nvPr/>
        </p:nvSpPr>
        <p:spPr>
          <a:xfrm>
            <a:off x="1888868" y="448482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3</a:t>
            </a:r>
            <a:endParaRPr lang="en-US" sz="12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7DBC835-B8D7-7B49-9F40-A78F046D12BD}"/>
              </a:ext>
            </a:extLst>
          </p:cNvPr>
          <p:cNvSpPr txBox="1"/>
          <p:nvPr/>
        </p:nvSpPr>
        <p:spPr>
          <a:xfrm>
            <a:off x="743237" y="4586233"/>
            <a:ext cx="1348445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b="1" dirty="0"/>
              <a:t>Console</a:t>
            </a:r>
            <a:r>
              <a:rPr lang="pt-BR" sz="1050" dirty="0"/>
              <a:t>:</a:t>
            </a:r>
          </a:p>
          <a:p>
            <a:pPr algn="ctr"/>
            <a:r>
              <a:rPr lang="pt-BR" sz="1050" dirty="0"/>
              <a:t>Ambiente onde os resultados do script rodado será impresso/mostrado</a:t>
            </a:r>
            <a:endParaRPr lang="en-US" sz="1050" dirty="0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2E75490B-B395-7884-9C42-B183DE9C0D0B}"/>
              </a:ext>
            </a:extLst>
          </p:cNvPr>
          <p:cNvSpPr/>
          <p:nvPr/>
        </p:nvSpPr>
        <p:spPr>
          <a:xfrm>
            <a:off x="6511848" y="1397592"/>
            <a:ext cx="3620557" cy="2872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EDA1CCF-88D1-67EB-C30F-92D0255BE98C}"/>
              </a:ext>
            </a:extLst>
          </p:cNvPr>
          <p:cNvSpPr txBox="1"/>
          <p:nvPr/>
        </p:nvSpPr>
        <p:spPr>
          <a:xfrm>
            <a:off x="10132405" y="1361273"/>
            <a:ext cx="1348445" cy="1223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b="1" dirty="0"/>
              <a:t>Ambiente</a:t>
            </a:r>
            <a:r>
              <a:rPr lang="pt-BR" sz="1050" dirty="0"/>
              <a:t>:</a:t>
            </a:r>
          </a:p>
          <a:p>
            <a:pPr algn="ctr"/>
            <a:r>
              <a:rPr lang="pt-BR" sz="1050" dirty="0"/>
              <a:t>Ambiente onde os arquivos carregados e criados ficarão amostra para acesso</a:t>
            </a:r>
            <a:endParaRPr lang="en-US" sz="1050" dirty="0"/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FAAC1613-D0D6-A773-F9B5-BFE72BF8571F}"/>
              </a:ext>
            </a:extLst>
          </p:cNvPr>
          <p:cNvSpPr/>
          <p:nvPr/>
        </p:nvSpPr>
        <p:spPr>
          <a:xfrm>
            <a:off x="10199887" y="1328365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4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317405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8543B-113B-E313-4CA1-53F8008FA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B54985C2-ECBC-208F-B8B8-80AA818271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9" y="787911"/>
            <a:ext cx="8008636" cy="60521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393AF6B-1BF2-AF64-429D-87B5BCE40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1881823E-015F-FAE8-9AAC-3A47F797FD8C}"/>
              </a:ext>
            </a:extLst>
          </p:cNvPr>
          <p:cNvSpPr/>
          <p:nvPr/>
        </p:nvSpPr>
        <p:spPr>
          <a:xfrm>
            <a:off x="1888868" y="125986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8B5769A1-9D8B-D296-3F20-88E048527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8</a:t>
            </a:fld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32D01498-F236-B04B-0316-D2BDF7F47BF2}"/>
              </a:ext>
            </a:extLst>
          </p:cNvPr>
          <p:cNvSpPr/>
          <p:nvPr/>
        </p:nvSpPr>
        <p:spPr>
          <a:xfrm>
            <a:off x="2127814" y="1388634"/>
            <a:ext cx="4379989" cy="30082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EA57457F-F699-48FC-4EAB-55386449BA69}"/>
              </a:ext>
            </a:extLst>
          </p:cNvPr>
          <p:cNvSpPr txBox="1"/>
          <p:nvPr/>
        </p:nvSpPr>
        <p:spPr>
          <a:xfrm>
            <a:off x="603300" y="1234315"/>
            <a:ext cx="13484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50" dirty="0"/>
              <a:t>Abrir um novo script</a:t>
            </a:r>
            <a:endParaRPr lang="en-US" sz="1050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B2DFE019-F19A-741C-D650-0D6B0218E255}"/>
              </a:ext>
            </a:extLst>
          </p:cNvPr>
          <p:cNvSpPr/>
          <p:nvPr/>
        </p:nvSpPr>
        <p:spPr>
          <a:xfrm>
            <a:off x="1888868" y="206401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EB18007-6505-2EDC-F6C5-C40E7A1C064B}"/>
              </a:ext>
            </a:extLst>
          </p:cNvPr>
          <p:cNvSpPr txBox="1"/>
          <p:nvPr/>
        </p:nvSpPr>
        <p:spPr>
          <a:xfrm>
            <a:off x="750917" y="1957677"/>
            <a:ext cx="113795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Aba onde vamos escrever o script</a:t>
            </a:r>
            <a:endParaRPr lang="en-US" sz="1050" dirty="0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BE3892ED-D463-538F-3893-492A02669438}"/>
              </a:ext>
            </a:extLst>
          </p:cNvPr>
          <p:cNvSpPr/>
          <p:nvPr/>
        </p:nvSpPr>
        <p:spPr>
          <a:xfrm>
            <a:off x="2123768" y="118027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809F1C1-5DD9-4C9C-24B8-F3D54AEEBF14}"/>
              </a:ext>
            </a:extLst>
          </p:cNvPr>
          <p:cNvSpPr/>
          <p:nvPr/>
        </p:nvSpPr>
        <p:spPr>
          <a:xfrm>
            <a:off x="2123768" y="4432929"/>
            <a:ext cx="4379989" cy="24250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9914527-4030-6C5E-7BC8-C28E09B40DAE}"/>
              </a:ext>
            </a:extLst>
          </p:cNvPr>
          <p:cNvSpPr/>
          <p:nvPr/>
        </p:nvSpPr>
        <p:spPr>
          <a:xfrm>
            <a:off x="1888868" y="448482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3</a:t>
            </a:r>
            <a:endParaRPr lang="en-US" sz="12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03BCCE4-8102-E054-E193-4CFF0D828F91}"/>
              </a:ext>
            </a:extLst>
          </p:cNvPr>
          <p:cNvSpPr txBox="1"/>
          <p:nvPr/>
        </p:nvSpPr>
        <p:spPr>
          <a:xfrm>
            <a:off x="743237" y="4586233"/>
            <a:ext cx="1348445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b="1" dirty="0"/>
              <a:t>Console</a:t>
            </a:r>
            <a:r>
              <a:rPr lang="pt-BR" sz="1050" dirty="0"/>
              <a:t>:</a:t>
            </a:r>
          </a:p>
          <a:p>
            <a:pPr algn="ctr"/>
            <a:r>
              <a:rPr lang="pt-BR" sz="1050" dirty="0"/>
              <a:t>Ambiente onde os resultados do script rodado será impresso/mostrado</a:t>
            </a:r>
            <a:endParaRPr lang="en-US" sz="1050" dirty="0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65CDE1FF-77E9-6E82-38F1-86EF3938EB6C}"/>
              </a:ext>
            </a:extLst>
          </p:cNvPr>
          <p:cNvSpPr/>
          <p:nvPr/>
        </p:nvSpPr>
        <p:spPr>
          <a:xfrm>
            <a:off x="6511848" y="1397592"/>
            <a:ext cx="3620557" cy="2872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FBB709D-207A-5B91-B496-BD82884F2182}"/>
              </a:ext>
            </a:extLst>
          </p:cNvPr>
          <p:cNvSpPr txBox="1"/>
          <p:nvPr/>
        </p:nvSpPr>
        <p:spPr>
          <a:xfrm>
            <a:off x="10132405" y="1361273"/>
            <a:ext cx="1348445" cy="1223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b="1" dirty="0"/>
              <a:t>Ambiente</a:t>
            </a:r>
            <a:r>
              <a:rPr lang="pt-BR" sz="1050" dirty="0"/>
              <a:t>:</a:t>
            </a:r>
          </a:p>
          <a:p>
            <a:pPr algn="ctr"/>
            <a:r>
              <a:rPr lang="pt-BR" sz="1050" dirty="0"/>
              <a:t>Ambiente onde os arquivos carregados e criados ficarão amostra para acesso</a:t>
            </a:r>
            <a:endParaRPr lang="en-US" sz="1050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203A17A-5E59-4BA7-4DC9-8BC43FF2973E}"/>
              </a:ext>
            </a:extLst>
          </p:cNvPr>
          <p:cNvSpPr txBox="1"/>
          <p:nvPr/>
        </p:nvSpPr>
        <p:spPr>
          <a:xfrm>
            <a:off x="10100318" y="4236996"/>
            <a:ext cx="1348445" cy="1223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Ambiente que permite navegar pelo computador, acessar pastas, visualizar gráficos e procurar por pacotes/funções</a:t>
            </a:r>
            <a:endParaRPr lang="en-US" sz="1050" dirty="0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DD7C9B00-99E5-258A-56AF-FAF2C6B9734C}"/>
              </a:ext>
            </a:extLst>
          </p:cNvPr>
          <p:cNvSpPr/>
          <p:nvPr/>
        </p:nvSpPr>
        <p:spPr>
          <a:xfrm>
            <a:off x="6511847" y="4279400"/>
            <a:ext cx="3620557" cy="25696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8FDD3353-ECF1-4B93-94A5-94A3ADD12F1A}"/>
              </a:ext>
            </a:extLst>
          </p:cNvPr>
          <p:cNvSpPr/>
          <p:nvPr/>
        </p:nvSpPr>
        <p:spPr>
          <a:xfrm>
            <a:off x="10199887" y="1328365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4</a:t>
            </a:r>
            <a:endParaRPr lang="en-US" sz="1200" dirty="0"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8AF69F06-F4BC-084D-0018-BF96228CD877}"/>
              </a:ext>
            </a:extLst>
          </p:cNvPr>
          <p:cNvSpPr/>
          <p:nvPr/>
        </p:nvSpPr>
        <p:spPr>
          <a:xfrm>
            <a:off x="10164492" y="4194088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5957670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3EB7B-405D-A970-7B45-DC563038E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34403891-BC08-1FAA-09FD-59A0638707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9" y="787911"/>
            <a:ext cx="8008636" cy="60521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0BB5064C-2B74-6067-ED81-DFA9E37EB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0F7596F6-F1E0-9EFF-6325-20CF2225F448}"/>
              </a:ext>
            </a:extLst>
          </p:cNvPr>
          <p:cNvSpPr/>
          <p:nvPr/>
        </p:nvSpPr>
        <p:spPr>
          <a:xfrm>
            <a:off x="1888868" y="125986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27A9DB9A-91DE-34CE-B45A-5DB360683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9</a:t>
            </a:fld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A147177F-CD09-5C01-724D-878D26059B77}"/>
              </a:ext>
            </a:extLst>
          </p:cNvPr>
          <p:cNvSpPr/>
          <p:nvPr/>
        </p:nvSpPr>
        <p:spPr>
          <a:xfrm>
            <a:off x="2127814" y="1388634"/>
            <a:ext cx="4379989" cy="30082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8EB8ACA0-AAB6-1DA3-335D-2C0F608019B6}"/>
              </a:ext>
            </a:extLst>
          </p:cNvPr>
          <p:cNvSpPr txBox="1"/>
          <p:nvPr/>
        </p:nvSpPr>
        <p:spPr>
          <a:xfrm>
            <a:off x="603300" y="1234315"/>
            <a:ext cx="13484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50" dirty="0"/>
              <a:t>Abrir um novo script</a:t>
            </a:r>
            <a:endParaRPr lang="en-US" sz="1050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EBBC284B-624D-7212-8CB6-63847592CFD1}"/>
              </a:ext>
            </a:extLst>
          </p:cNvPr>
          <p:cNvSpPr/>
          <p:nvPr/>
        </p:nvSpPr>
        <p:spPr>
          <a:xfrm>
            <a:off x="1888868" y="206401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D61DC48-9220-2BF0-C593-15FAED57283C}"/>
              </a:ext>
            </a:extLst>
          </p:cNvPr>
          <p:cNvSpPr txBox="1"/>
          <p:nvPr/>
        </p:nvSpPr>
        <p:spPr>
          <a:xfrm>
            <a:off x="750917" y="1957677"/>
            <a:ext cx="113795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Aba onde vamos escrever o script</a:t>
            </a:r>
            <a:endParaRPr lang="en-US" sz="1050" dirty="0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74F9231-F08F-0D25-93AF-93D495C7AF49}"/>
              </a:ext>
            </a:extLst>
          </p:cNvPr>
          <p:cNvSpPr/>
          <p:nvPr/>
        </p:nvSpPr>
        <p:spPr>
          <a:xfrm>
            <a:off x="2123768" y="118027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4A118E0-0E24-4ECD-0AF0-174713F2E7C2}"/>
              </a:ext>
            </a:extLst>
          </p:cNvPr>
          <p:cNvSpPr/>
          <p:nvPr/>
        </p:nvSpPr>
        <p:spPr>
          <a:xfrm>
            <a:off x="2123768" y="4432929"/>
            <a:ext cx="4379989" cy="24250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72BAF8E6-5A1F-9E88-EF27-46E5E894EE83}"/>
              </a:ext>
            </a:extLst>
          </p:cNvPr>
          <p:cNvSpPr/>
          <p:nvPr/>
        </p:nvSpPr>
        <p:spPr>
          <a:xfrm>
            <a:off x="1888868" y="448482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3</a:t>
            </a:r>
            <a:endParaRPr lang="en-US" sz="12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7E036045-8E8A-2169-3575-32DBEB9C84D5}"/>
              </a:ext>
            </a:extLst>
          </p:cNvPr>
          <p:cNvSpPr txBox="1"/>
          <p:nvPr/>
        </p:nvSpPr>
        <p:spPr>
          <a:xfrm>
            <a:off x="743237" y="4586233"/>
            <a:ext cx="1348445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b="1" dirty="0"/>
              <a:t>Console</a:t>
            </a:r>
            <a:r>
              <a:rPr lang="pt-BR" sz="1050" dirty="0"/>
              <a:t>:</a:t>
            </a:r>
          </a:p>
          <a:p>
            <a:pPr algn="ctr"/>
            <a:r>
              <a:rPr lang="pt-BR" sz="1050" dirty="0"/>
              <a:t>Ambiente onde os resultados do script rodado será impresso/mostrado</a:t>
            </a:r>
            <a:endParaRPr lang="en-US" sz="1050" dirty="0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4E730EA9-9F98-3240-FE15-1C8641DCFB4A}"/>
              </a:ext>
            </a:extLst>
          </p:cNvPr>
          <p:cNvSpPr/>
          <p:nvPr/>
        </p:nvSpPr>
        <p:spPr>
          <a:xfrm>
            <a:off x="6511848" y="1397592"/>
            <a:ext cx="3620557" cy="2872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A43891B-2EB6-8DF6-D95C-B703F53C4371}"/>
              </a:ext>
            </a:extLst>
          </p:cNvPr>
          <p:cNvSpPr txBox="1"/>
          <p:nvPr/>
        </p:nvSpPr>
        <p:spPr>
          <a:xfrm>
            <a:off x="10132405" y="1361273"/>
            <a:ext cx="1348445" cy="1223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b="1" dirty="0"/>
              <a:t>Ambiente</a:t>
            </a:r>
            <a:r>
              <a:rPr lang="pt-BR" sz="1050" dirty="0"/>
              <a:t>:</a:t>
            </a:r>
          </a:p>
          <a:p>
            <a:pPr algn="ctr"/>
            <a:r>
              <a:rPr lang="pt-BR" sz="1050" dirty="0"/>
              <a:t>Ambiente onde os arquivos carregados e criados ficarão amostra para acesso</a:t>
            </a:r>
            <a:endParaRPr lang="en-US" sz="1050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37F119D9-03AD-5B71-B339-76E853A7BF08}"/>
              </a:ext>
            </a:extLst>
          </p:cNvPr>
          <p:cNvSpPr txBox="1"/>
          <p:nvPr/>
        </p:nvSpPr>
        <p:spPr>
          <a:xfrm>
            <a:off x="10100318" y="4236996"/>
            <a:ext cx="1348445" cy="1223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Ambiente que permite navegar pelo computador, acessar pastas, visualizar gráficos e procurar por pacotes/funções</a:t>
            </a:r>
            <a:endParaRPr lang="en-US" sz="1050" dirty="0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991C1E44-B866-D965-127D-A065628D7679}"/>
              </a:ext>
            </a:extLst>
          </p:cNvPr>
          <p:cNvSpPr/>
          <p:nvPr/>
        </p:nvSpPr>
        <p:spPr>
          <a:xfrm>
            <a:off x="6511847" y="4279400"/>
            <a:ext cx="3620557" cy="25696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58DC7726-CF61-9D02-F1E6-34B9283DFC64}"/>
              </a:ext>
            </a:extLst>
          </p:cNvPr>
          <p:cNvSpPr/>
          <p:nvPr/>
        </p:nvSpPr>
        <p:spPr>
          <a:xfrm>
            <a:off x="2898700" y="1204515"/>
            <a:ext cx="165513" cy="1238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12FA9642-EC1D-5ABA-3375-2A6408754DF8}"/>
              </a:ext>
            </a:extLst>
          </p:cNvPr>
          <p:cNvSpPr/>
          <p:nvPr/>
        </p:nvSpPr>
        <p:spPr>
          <a:xfrm>
            <a:off x="10164492" y="4194088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5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EE58FCAC-5D1E-B7FA-CCDB-8822EF59B6F1}"/>
              </a:ext>
            </a:extLst>
          </p:cNvPr>
          <p:cNvSpPr/>
          <p:nvPr/>
        </p:nvSpPr>
        <p:spPr>
          <a:xfrm>
            <a:off x="10199887" y="1328365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4</a:t>
            </a:r>
            <a:endParaRPr lang="en-US" sz="1200" dirty="0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D45B66ED-AB12-D82D-555D-A257EF5DC591}"/>
              </a:ext>
            </a:extLst>
          </p:cNvPr>
          <p:cNvSpPr/>
          <p:nvPr/>
        </p:nvSpPr>
        <p:spPr>
          <a:xfrm>
            <a:off x="2880049" y="1370718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6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C8FD0C7-3C15-72EB-3514-254CF0D2B922}"/>
              </a:ext>
            </a:extLst>
          </p:cNvPr>
          <p:cNvSpPr txBox="1"/>
          <p:nvPr/>
        </p:nvSpPr>
        <p:spPr>
          <a:xfrm>
            <a:off x="2664192" y="1655127"/>
            <a:ext cx="1348445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Icone que você clica para salvar o script.</a:t>
            </a:r>
            <a:br>
              <a:rPr lang="pt-BR" sz="1050" dirty="0"/>
            </a:br>
            <a:r>
              <a:rPr lang="pt-BR" sz="1050" dirty="0"/>
              <a:t>Se o script não está salvo em lugar algum, então uma janela vai abrir pedindo para você escolher onde salvar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7053378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2074F-9C23-F993-2220-F2A82FDB4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13587F3F-1F6C-8EA8-723A-4408790004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9" y="787911"/>
            <a:ext cx="8008636" cy="60521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96EFE7F6-4DD7-7BBC-1733-5CD2B7D67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24799AC6-FC7F-01DB-F033-3B08EA81D99F}"/>
              </a:ext>
            </a:extLst>
          </p:cNvPr>
          <p:cNvSpPr/>
          <p:nvPr/>
        </p:nvSpPr>
        <p:spPr>
          <a:xfrm>
            <a:off x="1888868" y="125986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5C641BB4-EDCE-E954-46EE-956B2ED25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10</a:t>
            </a:fld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A2B6ED46-CA87-9EF6-2F91-5B790E955B84}"/>
              </a:ext>
            </a:extLst>
          </p:cNvPr>
          <p:cNvSpPr/>
          <p:nvPr/>
        </p:nvSpPr>
        <p:spPr>
          <a:xfrm>
            <a:off x="2127814" y="1388634"/>
            <a:ext cx="4379989" cy="30082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728BE65E-DA04-2598-81C4-C3077C4AB088}"/>
              </a:ext>
            </a:extLst>
          </p:cNvPr>
          <p:cNvSpPr txBox="1"/>
          <p:nvPr/>
        </p:nvSpPr>
        <p:spPr>
          <a:xfrm>
            <a:off x="603300" y="1234315"/>
            <a:ext cx="134844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050" dirty="0"/>
              <a:t>Abrir um novo script</a:t>
            </a:r>
            <a:endParaRPr lang="en-US" sz="1050" dirty="0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267449A0-C83E-7016-C5FA-C6CD9BF72D3D}"/>
              </a:ext>
            </a:extLst>
          </p:cNvPr>
          <p:cNvSpPr/>
          <p:nvPr/>
        </p:nvSpPr>
        <p:spPr>
          <a:xfrm>
            <a:off x="1888868" y="206401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1DCB26F-7A43-63D9-CAC4-3431F738FE05}"/>
              </a:ext>
            </a:extLst>
          </p:cNvPr>
          <p:cNvSpPr txBox="1"/>
          <p:nvPr/>
        </p:nvSpPr>
        <p:spPr>
          <a:xfrm>
            <a:off x="750917" y="1957677"/>
            <a:ext cx="1137951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Aba onde vamos escrever o script</a:t>
            </a:r>
            <a:endParaRPr lang="en-US" sz="1050" dirty="0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0F6EBFD-569D-6A0B-7C2C-2AA50A454C3D}"/>
              </a:ext>
            </a:extLst>
          </p:cNvPr>
          <p:cNvSpPr/>
          <p:nvPr/>
        </p:nvSpPr>
        <p:spPr>
          <a:xfrm>
            <a:off x="2123768" y="118027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A04EC1B9-D596-621C-5BC2-D7E4581F56C4}"/>
              </a:ext>
            </a:extLst>
          </p:cNvPr>
          <p:cNvSpPr/>
          <p:nvPr/>
        </p:nvSpPr>
        <p:spPr>
          <a:xfrm>
            <a:off x="2123768" y="4432929"/>
            <a:ext cx="4379989" cy="24250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9E926B94-3675-3DE2-58C3-ECE1850BDCEA}"/>
              </a:ext>
            </a:extLst>
          </p:cNvPr>
          <p:cNvSpPr/>
          <p:nvPr/>
        </p:nvSpPr>
        <p:spPr>
          <a:xfrm>
            <a:off x="1888868" y="448482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3</a:t>
            </a:r>
            <a:endParaRPr lang="en-US" sz="12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A55B4261-DF16-FCF8-CAC7-6EF6ABB15B1D}"/>
              </a:ext>
            </a:extLst>
          </p:cNvPr>
          <p:cNvSpPr txBox="1"/>
          <p:nvPr/>
        </p:nvSpPr>
        <p:spPr>
          <a:xfrm>
            <a:off x="743237" y="4586233"/>
            <a:ext cx="1348445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b="1" dirty="0"/>
              <a:t>Console</a:t>
            </a:r>
            <a:r>
              <a:rPr lang="pt-BR" sz="1050" dirty="0"/>
              <a:t>:</a:t>
            </a:r>
          </a:p>
          <a:p>
            <a:pPr algn="ctr"/>
            <a:r>
              <a:rPr lang="pt-BR" sz="1050" dirty="0"/>
              <a:t>Ambiente onde os resultados do script rodado será impresso/mostrado</a:t>
            </a:r>
            <a:endParaRPr lang="en-US" sz="1050" dirty="0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9E2A810E-86AA-773C-D977-0452EDE0A560}"/>
              </a:ext>
            </a:extLst>
          </p:cNvPr>
          <p:cNvSpPr/>
          <p:nvPr/>
        </p:nvSpPr>
        <p:spPr>
          <a:xfrm>
            <a:off x="6511848" y="1397592"/>
            <a:ext cx="3620557" cy="2872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FD195DF-0531-FC8B-8102-6A3C445CB184}"/>
              </a:ext>
            </a:extLst>
          </p:cNvPr>
          <p:cNvSpPr txBox="1"/>
          <p:nvPr/>
        </p:nvSpPr>
        <p:spPr>
          <a:xfrm>
            <a:off x="10132405" y="1361273"/>
            <a:ext cx="1348445" cy="1223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b="1" dirty="0"/>
              <a:t>Ambiente</a:t>
            </a:r>
            <a:r>
              <a:rPr lang="pt-BR" sz="1050" dirty="0"/>
              <a:t>:</a:t>
            </a:r>
          </a:p>
          <a:p>
            <a:pPr algn="ctr"/>
            <a:r>
              <a:rPr lang="pt-BR" sz="1050" dirty="0"/>
              <a:t>Ambiente onde os arquivos carregados e criados ficarão amostra para acesso</a:t>
            </a:r>
            <a:endParaRPr lang="en-US" sz="1050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7A5E65C-E42F-A05D-6DA8-25CB47336E8C}"/>
              </a:ext>
            </a:extLst>
          </p:cNvPr>
          <p:cNvSpPr txBox="1"/>
          <p:nvPr/>
        </p:nvSpPr>
        <p:spPr>
          <a:xfrm>
            <a:off x="10100318" y="4236996"/>
            <a:ext cx="1348445" cy="1223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Ambiente que permite navegar pelo computador, acessar pastas, visualizar gráficos e procurar por pacotes/funções</a:t>
            </a:r>
            <a:endParaRPr lang="en-US" sz="1050" dirty="0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FB97D8EC-E925-AFA0-00B7-35CE6AB6F364}"/>
              </a:ext>
            </a:extLst>
          </p:cNvPr>
          <p:cNvSpPr/>
          <p:nvPr/>
        </p:nvSpPr>
        <p:spPr>
          <a:xfrm>
            <a:off x="6511847" y="4279400"/>
            <a:ext cx="3620557" cy="25696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B77FD283-78DE-4AD8-4D6B-717FE183BC21}"/>
              </a:ext>
            </a:extLst>
          </p:cNvPr>
          <p:cNvSpPr/>
          <p:nvPr/>
        </p:nvSpPr>
        <p:spPr>
          <a:xfrm>
            <a:off x="2898700" y="1204515"/>
            <a:ext cx="165513" cy="1238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8C86C0AE-29AE-1A1F-1D88-76E77DC1735D}"/>
              </a:ext>
            </a:extLst>
          </p:cNvPr>
          <p:cNvSpPr/>
          <p:nvPr/>
        </p:nvSpPr>
        <p:spPr>
          <a:xfrm>
            <a:off x="10164492" y="4194088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5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B245EA06-71E0-BD1A-887C-4DDA79B8CAB0}"/>
              </a:ext>
            </a:extLst>
          </p:cNvPr>
          <p:cNvSpPr/>
          <p:nvPr/>
        </p:nvSpPr>
        <p:spPr>
          <a:xfrm>
            <a:off x="10199887" y="1328365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4</a:t>
            </a:r>
            <a:endParaRPr lang="en-US" sz="1200" dirty="0"/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5DE8D28E-D63C-FB2F-8685-E2EBF0536DB6}"/>
              </a:ext>
            </a:extLst>
          </p:cNvPr>
          <p:cNvSpPr/>
          <p:nvPr/>
        </p:nvSpPr>
        <p:spPr>
          <a:xfrm>
            <a:off x="2880049" y="1370718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6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C8802425-ECB8-4D54-6CE4-261334638CD7}"/>
              </a:ext>
            </a:extLst>
          </p:cNvPr>
          <p:cNvSpPr txBox="1"/>
          <p:nvPr/>
        </p:nvSpPr>
        <p:spPr>
          <a:xfrm>
            <a:off x="2664192" y="1655127"/>
            <a:ext cx="1348445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Icone que você clica para salvar o script.</a:t>
            </a:r>
            <a:br>
              <a:rPr lang="pt-BR" sz="1050" dirty="0"/>
            </a:br>
            <a:r>
              <a:rPr lang="pt-BR" sz="1050" dirty="0"/>
              <a:t>Se o script não está salvo em lugar algum, então uma janela vai abrir pedindo para você escolher onde salvar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6486652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A3E01-B15E-7AC1-CB08-27D6F09A4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Imagem 23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BDD3810A-A4FD-7C1B-A553-2473098D72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8661" y="787911"/>
            <a:ext cx="8017604" cy="605217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53A8C29-79AA-704F-1B07-B96BCC377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97EFB0AE-C1AC-08A9-6D57-8196CFB83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11</a:t>
            </a:fld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6DC069C4-0D9A-B948-E481-B7CCE906865E}"/>
              </a:ext>
            </a:extLst>
          </p:cNvPr>
          <p:cNvSpPr/>
          <p:nvPr/>
        </p:nvSpPr>
        <p:spPr>
          <a:xfrm>
            <a:off x="2118661" y="101490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30FFB47-0577-9B82-05E2-D4F818BFA4E0}"/>
              </a:ext>
            </a:extLst>
          </p:cNvPr>
          <p:cNvSpPr txBox="1"/>
          <p:nvPr/>
        </p:nvSpPr>
        <p:spPr>
          <a:xfrm>
            <a:off x="1164163" y="3685849"/>
            <a:ext cx="95449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Outra forma de salvar</a:t>
            </a:r>
            <a:endParaRPr lang="en-US" sz="1050" dirty="0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7E47BD55-CA43-1F66-6714-9F4295561CAD}"/>
              </a:ext>
            </a:extLst>
          </p:cNvPr>
          <p:cNvSpPr/>
          <p:nvPr/>
        </p:nvSpPr>
        <p:spPr>
          <a:xfrm>
            <a:off x="2142928" y="3779400"/>
            <a:ext cx="2098332" cy="2283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4400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3A9C-1EF9-E834-AAC5-6142F5336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39AD06AA-ECFB-B88A-508B-BB2BD2F70E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1077" y="787911"/>
            <a:ext cx="8026593" cy="605217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9E66C5E9-301B-FB01-F29A-CFCD10796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0547723B-6F38-C664-C2BD-0922DAF23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12</a:t>
            </a:fld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265709D-8B6A-7737-3630-2B40897F6325}"/>
              </a:ext>
            </a:extLst>
          </p:cNvPr>
          <p:cNvSpPr/>
          <p:nvPr/>
        </p:nvSpPr>
        <p:spPr>
          <a:xfrm>
            <a:off x="2118661" y="1270278"/>
            <a:ext cx="2135169" cy="1694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BF9540AD-BA25-13E3-2F08-B7C07659BF49}"/>
              </a:ext>
            </a:extLst>
          </p:cNvPr>
          <p:cNvSpPr txBox="1"/>
          <p:nvPr/>
        </p:nvSpPr>
        <p:spPr>
          <a:xfrm>
            <a:off x="331948" y="1778233"/>
            <a:ext cx="178792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50" dirty="0"/>
              <a:t>Outros tipos de documentos, scripts, materiais, que o R Studio pode produzir.</a:t>
            </a:r>
            <a:endParaRPr lang="en-US" sz="1050" dirty="0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2D9286C1-A59C-5CF5-61CD-B508D8F9BF32}"/>
              </a:ext>
            </a:extLst>
          </p:cNvPr>
          <p:cNvSpPr/>
          <p:nvPr/>
        </p:nvSpPr>
        <p:spPr>
          <a:xfrm>
            <a:off x="4253830" y="1162995"/>
            <a:ext cx="1621676" cy="53253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2766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9392C-6F5A-BD4C-3FE8-D01A3EFA8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m 20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35EE5D6A-2EA0-7565-4F71-D48BFF3B65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8" y="787911"/>
            <a:ext cx="8051430" cy="60521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D06E37E3-1019-2448-0ADC-510F76260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Configurando</a:t>
            </a:r>
            <a:r>
              <a:rPr lang="en-US" b="1" dirty="0">
                <a:solidFill>
                  <a:srgbClr val="6E4F8A"/>
                </a:solidFill>
              </a:rPr>
              <a:t> 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E317E9E2-F115-67C9-8599-4C17C0A74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13</a:t>
            </a:fld>
            <a:endParaRPr lang="en-US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03E79DE9-5DC4-AC68-13F8-6ED6D38CA0C7}"/>
              </a:ext>
            </a:extLst>
          </p:cNvPr>
          <p:cNvSpPr/>
          <p:nvPr/>
        </p:nvSpPr>
        <p:spPr>
          <a:xfrm>
            <a:off x="4584866" y="1005175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9323CEC9-EA37-48E8-F8FC-78E2A9A1AB2E}"/>
              </a:ext>
            </a:extLst>
          </p:cNvPr>
          <p:cNvSpPr/>
          <p:nvPr/>
        </p:nvSpPr>
        <p:spPr>
          <a:xfrm>
            <a:off x="4584866" y="4095327"/>
            <a:ext cx="1884028" cy="2334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826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8C8FF-D53F-FD8E-5A24-07E1F1C51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482BA17D-ABE2-E6A1-ABD5-008F169B9D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9" y="783067"/>
            <a:ext cx="8051430" cy="606065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9E15492D-3B5C-B659-0BF9-DF6C6FC99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Configurando</a:t>
            </a:r>
            <a:r>
              <a:rPr lang="en-US" b="1" dirty="0">
                <a:solidFill>
                  <a:srgbClr val="6E4F8A"/>
                </a:solidFill>
              </a:rPr>
              <a:t> 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4D79EF09-8944-BD92-5481-F670E16C7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14</a:t>
            </a:fld>
            <a:endParaRPr lang="en-US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2D06F61A-18E5-9BAE-2786-E167CC95A66D}"/>
              </a:ext>
            </a:extLst>
          </p:cNvPr>
          <p:cNvSpPr/>
          <p:nvPr/>
        </p:nvSpPr>
        <p:spPr>
          <a:xfrm>
            <a:off x="3962295" y="2694544"/>
            <a:ext cx="901535" cy="2723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501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30A0E-14F6-F93A-3FA1-579D9DDE1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6CEDCC-2615-C840-6A21-EC78B93FD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Instalando</a:t>
            </a:r>
            <a:r>
              <a:rPr lang="en-US" b="1" dirty="0">
                <a:solidFill>
                  <a:srgbClr val="6E4F8A"/>
                </a:solidFill>
              </a:rPr>
              <a:t> Git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A733B97D-B984-3020-EFFF-5A1CB4373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15</a:t>
            </a:fld>
            <a:endParaRPr lang="en-US"/>
          </a:p>
        </p:txBody>
      </p:sp>
      <p:pic>
        <p:nvPicPr>
          <p:cNvPr id="6" name="Imagem 5" descr="Interface gráfica do usuário, Texto&#10;&#10;O conteúdo gerado por IA pode estar incorreto.">
            <a:extLst>
              <a:ext uri="{FF2B5EF4-FFF2-40B4-BE49-F238E27FC236}">
                <a16:creationId xmlns:a16="http://schemas.microsoft.com/office/drawing/2014/main" id="{8D45A747-67A2-DE16-E405-C32A1922F7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0848" y="851893"/>
            <a:ext cx="5990303" cy="5667509"/>
          </a:xfrm>
          <a:prstGeom prst="rect">
            <a:avLst/>
          </a:prstGeom>
        </p:spPr>
      </p:pic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D0ECD72-119E-9DAC-F0D2-F123318CF3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00848" y="6519402"/>
            <a:ext cx="3562965" cy="3385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>
                <a:hlinkClick r:id="rId3"/>
              </a:rPr>
              <a:t>https://git-scm.com/install/windows</a:t>
            </a:r>
            <a:endParaRPr lang="en-US" sz="1600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26798CC-3596-F6CB-3198-B91CF4277198}"/>
              </a:ext>
            </a:extLst>
          </p:cNvPr>
          <p:cNvSpPr/>
          <p:nvPr/>
        </p:nvSpPr>
        <p:spPr>
          <a:xfrm>
            <a:off x="4758708" y="3028841"/>
            <a:ext cx="1337292" cy="14697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8159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C731D-01B3-228B-97D1-481BAD5C1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6308F3-F348-04E7-07F9-B49277A60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Instalando</a:t>
            </a:r>
            <a:r>
              <a:rPr lang="en-US" b="1" dirty="0">
                <a:solidFill>
                  <a:srgbClr val="6E4F8A"/>
                </a:solidFill>
              </a:rPr>
              <a:t> Git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6C385526-019E-D371-747A-880FF1F1A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16</a:t>
            </a:fld>
            <a:endParaRPr lang="en-US"/>
          </a:p>
        </p:txBody>
      </p:sp>
      <p:pic>
        <p:nvPicPr>
          <p:cNvPr id="9" name="Imagem 8" descr="Interface gráfica do usuário, Aplicativo, Teams&#10;&#10;O conteúdo gerado por IA pode estar incorreto.">
            <a:extLst>
              <a:ext uri="{FF2B5EF4-FFF2-40B4-BE49-F238E27FC236}">
                <a16:creationId xmlns:a16="http://schemas.microsoft.com/office/drawing/2014/main" id="{14C6F494-30FA-0A6B-42B4-23738BFB29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2811" y="318653"/>
            <a:ext cx="6106377" cy="6220693"/>
          </a:xfrm>
          <a:prstGeom prst="rect">
            <a:avLst/>
          </a:prstGeom>
        </p:spPr>
      </p:pic>
      <p:sp>
        <p:nvSpPr>
          <p:cNvPr id="10" name="Retângulo 9">
            <a:extLst>
              <a:ext uri="{FF2B5EF4-FFF2-40B4-BE49-F238E27FC236}">
                <a16:creationId xmlns:a16="http://schemas.microsoft.com/office/drawing/2014/main" id="{164A86F9-20DA-DAF2-C0BB-F594EE94D26B}"/>
              </a:ext>
            </a:extLst>
          </p:cNvPr>
          <p:cNvSpPr/>
          <p:nvPr/>
        </p:nvSpPr>
        <p:spPr>
          <a:xfrm>
            <a:off x="5348643" y="3038673"/>
            <a:ext cx="560544" cy="5894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2702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E0AA3-1E56-8C6A-2D5A-228F82E94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C47C56-539D-1F93-E905-0952986DA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Instalando</a:t>
            </a:r>
            <a:r>
              <a:rPr lang="en-US" b="1" dirty="0">
                <a:solidFill>
                  <a:srgbClr val="6E4F8A"/>
                </a:solidFill>
              </a:rPr>
              <a:t> Git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1D152F1A-8C38-E962-C8D0-B524592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17</a:t>
            </a:fld>
            <a:endParaRPr lang="en-US"/>
          </a:p>
        </p:txBody>
      </p:sp>
      <p:pic>
        <p:nvPicPr>
          <p:cNvPr id="4" name="Imagem 3" descr="Texto&#10;&#10;O conteúdo gerado por IA pode estar incorreto.">
            <a:extLst>
              <a:ext uri="{FF2B5EF4-FFF2-40B4-BE49-F238E27FC236}">
                <a16:creationId xmlns:a16="http://schemas.microsoft.com/office/drawing/2014/main" id="{9202B0DB-C013-3443-8A68-19827BCFA4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127" y="1685681"/>
            <a:ext cx="5515745" cy="3486637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457B31D3-E2AB-964D-C29D-E1434950227E}"/>
              </a:ext>
            </a:extLst>
          </p:cNvPr>
          <p:cNvSpPr/>
          <p:nvPr/>
        </p:nvSpPr>
        <p:spPr>
          <a:xfrm>
            <a:off x="3338126" y="2094776"/>
            <a:ext cx="2984015" cy="30429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DF49B825-3EDE-0CB4-8811-669B72DFF6E4}"/>
              </a:ext>
            </a:extLst>
          </p:cNvPr>
          <p:cNvSpPr/>
          <p:nvPr/>
        </p:nvSpPr>
        <p:spPr>
          <a:xfrm>
            <a:off x="3033905" y="2196257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325579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828E5-6E55-7D23-8A7D-3F9E4DD48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3BDA2-E225-1FCF-1E92-A548330B8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Instalando</a:t>
            </a:r>
            <a:r>
              <a:rPr lang="en-US" b="1" dirty="0">
                <a:solidFill>
                  <a:srgbClr val="6E4F8A"/>
                </a:solidFill>
              </a:rPr>
              <a:t> Git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9509D471-B732-DC74-27F2-3D57A9351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18</a:t>
            </a:fld>
            <a:endParaRPr lang="en-US"/>
          </a:p>
        </p:txBody>
      </p:sp>
      <p:pic>
        <p:nvPicPr>
          <p:cNvPr id="4" name="Imagem 3" descr="Texto&#10;&#10;O conteúdo gerado por IA pode estar incorreto.">
            <a:extLst>
              <a:ext uri="{FF2B5EF4-FFF2-40B4-BE49-F238E27FC236}">
                <a16:creationId xmlns:a16="http://schemas.microsoft.com/office/drawing/2014/main" id="{B969661D-B540-0BE2-C20A-5B561B96F8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8127" y="1685681"/>
            <a:ext cx="5515745" cy="3486637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2370AB76-3791-F68B-DBB2-A5A841E4DAAE}"/>
              </a:ext>
            </a:extLst>
          </p:cNvPr>
          <p:cNvSpPr/>
          <p:nvPr/>
        </p:nvSpPr>
        <p:spPr>
          <a:xfrm>
            <a:off x="3338127" y="2497898"/>
            <a:ext cx="3131499" cy="30429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2648B65B-B997-7770-722C-53E3B23D1615}"/>
              </a:ext>
            </a:extLst>
          </p:cNvPr>
          <p:cNvSpPr/>
          <p:nvPr/>
        </p:nvSpPr>
        <p:spPr>
          <a:xfrm>
            <a:off x="3033905" y="2548638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265582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FA7FB-5EDC-368A-720A-4686552DB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C39CFD-8285-B70A-6568-86241E427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Instalando</a:t>
            </a:r>
            <a:r>
              <a:rPr lang="en-US" b="1" dirty="0">
                <a:solidFill>
                  <a:srgbClr val="6E4F8A"/>
                </a:solidFill>
              </a:rPr>
              <a:t> Git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E0D14A75-BE90-945F-3BC0-D6BACD4F5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19</a:t>
            </a:fld>
            <a:endParaRPr lang="en-US"/>
          </a:p>
        </p:txBody>
      </p:sp>
      <p:pic>
        <p:nvPicPr>
          <p:cNvPr id="7" name="Imagem 6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16BE93D0-2074-FB6D-8097-6909D2D975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638" y="790013"/>
            <a:ext cx="7870723" cy="5931462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C73EE60C-7370-7153-976B-A0D26C43C585}"/>
              </a:ext>
            </a:extLst>
          </p:cNvPr>
          <p:cNvSpPr/>
          <p:nvPr/>
        </p:nvSpPr>
        <p:spPr>
          <a:xfrm>
            <a:off x="4552410" y="931740"/>
            <a:ext cx="304725" cy="2383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A44331A5-0EFC-A494-BEF7-CA0C6BA99765}"/>
              </a:ext>
            </a:extLst>
          </p:cNvPr>
          <p:cNvSpPr/>
          <p:nvPr/>
        </p:nvSpPr>
        <p:spPr>
          <a:xfrm>
            <a:off x="4603365" y="63618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1277031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AFD09-A46B-21D7-BAD7-8E664E44C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419607-7B86-08D9-C2CA-B6CD91B93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Instalando</a:t>
            </a:r>
            <a:r>
              <a:rPr lang="en-US" b="1" dirty="0">
                <a:solidFill>
                  <a:srgbClr val="6E4F8A"/>
                </a:solidFill>
              </a:rPr>
              <a:t> Git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6BFAFCEF-DB26-67CC-B086-81B2D5A7B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20</a:t>
            </a:fld>
            <a:endParaRPr lang="en-US"/>
          </a:p>
        </p:txBody>
      </p:sp>
      <p:pic>
        <p:nvPicPr>
          <p:cNvPr id="7" name="Imagem 6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246CF0E8-BCB4-9AA5-B5E0-22A787D30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638" y="790013"/>
            <a:ext cx="7870723" cy="5931462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1B1706DE-0179-056D-DC26-8DF0E8A8A5B7}"/>
              </a:ext>
            </a:extLst>
          </p:cNvPr>
          <p:cNvSpPr/>
          <p:nvPr/>
        </p:nvSpPr>
        <p:spPr>
          <a:xfrm>
            <a:off x="4552410" y="931740"/>
            <a:ext cx="304725" cy="2383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B4D68BC6-C195-ADB7-EDD9-C0BAD2EB6588}"/>
              </a:ext>
            </a:extLst>
          </p:cNvPr>
          <p:cNvSpPr/>
          <p:nvPr/>
        </p:nvSpPr>
        <p:spPr>
          <a:xfrm>
            <a:off x="3898565" y="1721752"/>
            <a:ext cx="486622" cy="2250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817F2C79-3749-AE8C-B33D-65DF44C1A36A}"/>
              </a:ext>
            </a:extLst>
          </p:cNvPr>
          <p:cNvSpPr/>
          <p:nvPr/>
        </p:nvSpPr>
        <p:spPr>
          <a:xfrm>
            <a:off x="4603365" y="63618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F5FF68F4-9959-4747-139B-9C5FF661212B}"/>
              </a:ext>
            </a:extLst>
          </p:cNvPr>
          <p:cNvSpPr/>
          <p:nvPr/>
        </p:nvSpPr>
        <p:spPr>
          <a:xfrm>
            <a:off x="4040469" y="144202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0206340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9F4A4-0F88-5367-EFDD-CEF5AAD3B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B9BE30-6F6A-274D-FCB3-5F2FA49A0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Instalando</a:t>
            </a:r>
            <a:r>
              <a:rPr lang="en-US" b="1" dirty="0">
                <a:solidFill>
                  <a:srgbClr val="6E4F8A"/>
                </a:solidFill>
              </a:rPr>
              <a:t> Git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83E86861-0B5A-D33B-08CD-9F07136FD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21</a:t>
            </a:fld>
            <a:endParaRPr lang="en-US"/>
          </a:p>
        </p:txBody>
      </p:sp>
      <p:pic>
        <p:nvPicPr>
          <p:cNvPr id="7" name="Imagem 6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1C28AF79-6D8F-08BC-1C81-B7AD9A8040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638" y="790013"/>
            <a:ext cx="7870723" cy="5931462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358D09C1-0EA3-FC81-8312-807BB894C70A}"/>
              </a:ext>
            </a:extLst>
          </p:cNvPr>
          <p:cNvSpPr/>
          <p:nvPr/>
        </p:nvSpPr>
        <p:spPr>
          <a:xfrm>
            <a:off x="4552410" y="931740"/>
            <a:ext cx="304725" cy="2383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E8EA8F48-E622-F6CD-7FCF-7864A4BAA2B3}"/>
              </a:ext>
            </a:extLst>
          </p:cNvPr>
          <p:cNvSpPr/>
          <p:nvPr/>
        </p:nvSpPr>
        <p:spPr>
          <a:xfrm>
            <a:off x="3898565" y="1721752"/>
            <a:ext cx="486622" cy="2250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E83F2BFD-875D-2E1A-340A-5902F5245DAD}"/>
              </a:ext>
            </a:extLst>
          </p:cNvPr>
          <p:cNvSpPr/>
          <p:nvPr/>
        </p:nvSpPr>
        <p:spPr>
          <a:xfrm>
            <a:off x="3898565" y="4342049"/>
            <a:ext cx="958570" cy="2250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FE6BE620-80F9-2B3D-A2B4-DE3A95DEF01C}"/>
              </a:ext>
            </a:extLst>
          </p:cNvPr>
          <p:cNvSpPr/>
          <p:nvPr/>
        </p:nvSpPr>
        <p:spPr>
          <a:xfrm>
            <a:off x="4603365" y="63618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72A5C383-F4DE-CBBB-3BD5-E891B670234E}"/>
              </a:ext>
            </a:extLst>
          </p:cNvPr>
          <p:cNvSpPr/>
          <p:nvPr/>
        </p:nvSpPr>
        <p:spPr>
          <a:xfrm>
            <a:off x="4040469" y="144202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6F25E31F-A765-0DA8-C3C9-1517D985E7DD}"/>
              </a:ext>
            </a:extLst>
          </p:cNvPr>
          <p:cNvSpPr/>
          <p:nvPr/>
        </p:nvSpPr>
        <p:spPr>
          <a:xfrm>
            <a:off x="3639408" y="434204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210787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A42AC-7549-D968-6913-1EE9A50AE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6FEEF6-B78F-2803-DC5A-3A3FE270D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Instalando</a:t>
            </a:r>
            <a:r>
              <a:rPr lang="en-US" b="1" dirty="0">
                <a:solidFill>
                  <a:srgbClr val="6E4F8A"/>
                </a:solidFill>
              </a:rPr>
              <a:t> Git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DC1E9669-453C-0F00-3ED0-75F471F96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22</a:t>
            </a:fld>
            <a:endParaRPr lang="en-US"/>
          </a:p>
        </p:txBody>
      </p:sp>
      <p:pic>
        <p:nvPicPr>
          <p:cNvPr id="7" name="Imagem 6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4FB124F8-7B8E-46E3-6DEB-AB9CF33AD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638" y="790013"/>
            <a:ext cx="7870723" cy="5931462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702FCE60-5E50-8593-A176-868FDCF4E39C}"/>
              </a:ext>
            </a:extLst>
          </p:cNvPr>
          <p:cNvSpPr/>
          <p:nvPr/>
        </p:nvSpPr>
        <p:spPr>
          <a:xfrm>
            <a:off x="4552410" y="931740"/>
            <a:ext cx="304725" cy="2383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CDC383EF-9054-100A-026B-201550D5EAAE}"/>
              </a:ext>
            </a:extLst>
          </p:cNvPr>
          <p:cNvSpPr/>
          <p:nvPr/>
        </p:nvSpPr>
        <p:spPr>
          <a:xfrm>
            <a:off x="3898565" y="1721752"/>
            <a:ext cx="486622" cy="2250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4D4799D6-029A-CD37-9E75-01A7EA62BA80}"/>
              </a:ext>
            </a:extLst>
          </p:cNvPr>
          <p:cNvSpPr/>
          <p:nvPr/>
        </p:nvSpPr>
        <p:spPr>
          <a:xfrm>
            <a:off x="3898565" y="4342049"/>
            <a:ext cx="958570" cy="2250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2B8D935C-B5BF-0D82-B3A8-09C1951AA059}"/>
              </a:ext>
            </a:extLst>
          </p:cNvPr>
          <p:cNvSpPr/>
          <p:nvPr/>
        </p:nvSpPr>
        <p:spPr>
          <a:xfrm>
            <a:off x="4857134" y="1946788"/>
            <a:ext cx="2005781" cy="3151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8263DA0E-0DC1-0421-BE03-F5EF7089778C}"/>
              </a:ext>
            </a:extLst>
          </p:cNvPr>
          <p:cNvSpPr/>
          <p:nvPr/>
        </p:nvSpPr>
        <p:spPr>
          <a:xfrm>
            <a:off x="4603365" y="63618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CA0AE87D-5960-D62F-8DB3-092E775A06AE}"/>
              </a:ext>
            </a:extLst>
          </p:cNvPr>
          <p:cNvSpPr/>
          <p:nvPr/>
        </p:nvSpPr>
        <p:spPr>
          <a:xfrm>
            <a:off x="4040469" y="144202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C0D57B8D-A319-1891-A8C1-72B7D2E00B53}"/>
              </a:ext>
            </a:extLst>
          </p:cNvPr>
          <p:cNvSpPr/>
          <p:nvPr/>
        </p:nvSpPr>
        <p:spPr>
          <a:xfrm>
            <a:off x="3639408" y="434204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3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B6BEF5C4-CEFB-0A9A-3D64-9AE57F4AC8CC}"/>
              </a:ext>
            </a:extLst>
          </p:cNvPr>
          <p:cNvSpPr/>
          <p:nvPr/>
        </p:nvSpPr>
        <p:spPr>
          <a:xfrm>
            <a:off x="6915044" y="200295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0093643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D8DB7-D562-80FC-10C6-CD2E800A0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11F8A2-352E-DB40-4FB4-A276AA705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Instalando</a:t>
            </a:r>
            <a:r>
              <a:rPr lang="en-US" b="1" dirty="0">
                <a:solidFill>
                  <a:srgbClr val="6E4F8A"/>
                </a:solidFill>
              </a:rPr>
              <a:t> Git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30446B86-C999-7AD0-C882-4401CC9BE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23</a:t>
            </a:fld>
            <a:endParaRPr lang="en-US"/>
          </a:p>
        </p:txBody>
      </p:sp>
      <p:pic>
        <p:nvPicPr>
          <p:cNvPr id="7" name="Imagem 6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C7D59EE1-4DBA-BCFE-C7D6-DD0B1F0E5F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638" y="790013"/>
            <a:ext cx="7870723" cy="5931462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E8E16C41-35DB-8FEA-9600-A20CE5D81CA1}"/>
              </a:ext>
            </a:extLst>
          </p:cNvPr>
          <p:cNvSpPr/>
          <p:nvPr/>
        </p:nvSpPr>
        <p:spPr>
          <a:xfrm>
            <a:off x="4552410" y="931740"/>
            <a:ext cx="304725" cy="2383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C7A9DFC-1CAB-B856-93C4-77D17192F5DE}"/>
              </a:ext>
            </a:extLst>
          </p:cNvPr>
          <p:cNvSpPr/>
          <p:nvPr/>
        </p:nvSpPr>
        <p:spPr>
          <a:xfrm>
            <a:off x="3898565" y="1721752"/>
            <a:ext cx="486622" cy="2250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B1DA4118-35B5-9B3C-5E49-EFFD3B9549A0}"/>
              </a:ext>
            </a:extLst>
          </p:cNvPr>
          <p:cNvSpPr/>
          <p:nvPr/>
        </p:nvSpPr>
        <p:spPr>
          <a:xfrm>
            <a:off x="3898565" y="4342049"/>
            <a:ext cx="958570" cy="2250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B131C514-1195-2BD0-7C78-F88D8F62564A}"/>
              </a:ext>
            </a:extLst>
          </p:cNvPr>
          <p:cNvSpPr/>
          <p:nvPr/>
        </p:nvSpPr>
        <p:spPr>
          <a:xfrm>
            <a:off x="4857134" y="1946788"/>
            <a:ext cx="2005781" cy="3151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C2FA1F8A-67D3-2EBB-B646-A29105F1DF50}"/>
              </a:ext>
            </a:extLst>
          </p:cNvPr>
          <p:cNvSpPr/>
          <p:nvPr/>
        </p:nvSpPr>
        <p:spPr>
          <a:xfrm>
            <a:off x="4857133" y="2515951"/>
            <a:ext cx="1832425" cy="3151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59D5CDF8-24C5-90E4-0E7C-54FA50043B4D}"/>
              </a:ext>
            </a:extLst>
          </p:cNvPr>
          <p:cNvSpPr/>
          <p:nvPr/>
        </p:nvSpPr>
        <p:spPr>
          <a:xfrm>
            <a:off x="4603365" y="63618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6B540523-50EB-F258-1E39-37082778AC0B}"/>
              </a:ext>
            </a:extLst>
          </p:cNvPr>
          <p:cNvSpPr/>
          <p:nvPr/>
        </p:nvSpPr>
        <p:spPr>
          <a:xfrm>
            <a:off x="4040469" y="144202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122C7B52-9D05-A9B3-6B4E-705F0A6D954E}"/>
              </a:ext>
            </a:extLst>
          </p:cNvPr>
          <p:cNvSpPr/>
          <p:nvPr/>
        </p:nvSpPr>
        <p:spPr>
          <a:xfrm>
            <a:off x="3639408" y="434204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3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882CD42A-5660-6167-9F04-23F5B11A8091}"/>
              </a:ext>
            </a:extLst>
          </p:cNvPr>
          <p:cNvSpPr/>
          <p:nvPr/>
        </p:nvSpPr>
        <p:spPr>
          <a:xfrm>
            <a:off x="6915044" y="200295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</a:t>
            </a:r>
          </a:p>
        </p:txBody>
      </p:sp>
      <p:sp>
        <p:nvSpPr>
          <p:cNvPr id="19" name="Elipse 18">
            <a:extLst>
              <a:ext uri="{FF2B5EF4-FFF2-40B4-BE49-F238E27FC236}">
                <a16:creationId xmlns:a16="http://schemas.microsoft.com/office/drawing/2014/main" id="{4450DBC4-FC8B-0A24-3F5E-8CD8EE68F56A}"/>
              </a:ext>
            </a:extLst>
          </p:cNvPr>
          <p:cNvSpPr/>
          <p:nvPr/>
        </p:nvSpPr>
        <p:spPr>
          <a:xfrm>
            <a:off x="6761508" y="2415762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4929112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F51B2-FA52-A84C-847C-ACA6AACB4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DF3A17-16B9-10A3-9ACD-F78CCDF017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760723" cy="93173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Criando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uma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conta</a:t>
            </a:r>
            <a:r>
              <a:rPr lang="en-US" b="1" dirty="0">
                <a:solidFill>
                  <a:srgbClr val="6E4F8A"/>
                </a:solidFill>
              </a:rPr>
              <a:t> no GitHub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08C60602-39F5-2557-8267-0C8D20E3F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24</a:t>
            </a:fld>
            <a:endParaRPr lang="en-US"/>
          </a:p>
        </p:txBody>
      </p:sp>
      <p:pic>
        <p:nvPicPr>
          <p:cNvPr id="4" name="Imagem 3" descr="Interface gráfica do usuário, Texto&#10;&#10;O conteúdo gerado por IA pode estar incorreto.">
            <a:extLst>
              <a:ext uri="{FF2B5EF4-FFF2-40B4-BE49-F238E27FC236}">
                <a16:creationId xmlns:a16="http://schemas.microsoft.com/office/drawing/2014/main" id="{9E1B467E-E73B-DABD-B9C7-6BB7FEB724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6879"/>
            <a:ext cx="12192000" cy="5140271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38C69184-6A23-CA9D-DE53-5F2E0F2D5792}"/>
              </a:ext>
            </a:extLst>
          </p:cNvPr>
          <p:cNvSpPr/>
          <p:nvPr/>
        </p:nvSpPr>
        <p:spPr>
          <a:xfrm>
            <a:off x="11517548" y="1359754"/>
            <a:ext cx="593387" cy="3668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CFEDE9A-1570-F451-FD4E-B5A4D5016360}"/>
              </a:ext>
            </a:extLst>
          </p:cNvPr>
          <p:cNvSpPr txBox="1"/>
          <p:nvPr/>
        </p:nvSpPr>
        <p:spPr>
          <a:xfrm>
            <a:off x="77821" y="807888"/>
            <a:ext cx="3125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u="sng" dirty="0"/>
              <a:t>Não use e-mail institucional</a:t>
            </a:r>
            <a:endParaRPr lang="en-US" b="1" u="sng" dirty="0"/>
          </a:p>
        </p:txBody>
      </p:sp>
    </p:spTree>
    <p:extLst>
      <p:ext uri="{BB962C8B-B14F-4D97-AF65-F5344CB8AC3E}">
        <p14:creationId xmlns:p14="http://schemas.microsoft.com/office/powerpoint/2010/main" val="35333615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D5CE0-CBBC-34C9-846F-775466E97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Tela de celular com aplicativo aberto&#10;&#10;O conteúdo gerado por IA pode estar incorreto.">
            <a:extLst>
              <a:ext uri="{FF2B5EF4-FFF2-40B4-BE49-F238E27FC236}">
                <a16:creationId xmlns:a16="http://schemas.microsoft.com/office/drawing/2014/main" id="{52CAC3D6-1F90-8C4E-14A3-54450085FC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49722"/>
            <a:ext cx="12192000" cy="5358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08F3D4A9-A5BA-A00F-C187-B6B7DDCAA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760723" cy="93173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Criando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uma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conta</a:t>
            </a:r>
            <a:r>
              <a:rPr lang="en-US" b="1" dirty="0">
                <a:solidFill>
                  <a:srgbClr val="6E4F8A"/>
                </a:solidFill>
              </a:rPr>
              <a:t> no GitHub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4C1F85BF-2202-49AD-9A44-1EC195256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25</a:t>
            </a:fld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4DF45F2F-F203-1320-84E8-3D4DB75E0EE4}"/>
              </a:ext>
            </a:extLst>
          </p:cNvPr>
          <p:cNvSpPr/>
          <p:nvPr/>
        </p:nvSpPr>
        <p:spPr>
          <a:xfrm>
            <a:off x="797668" y="1155473"/>
            <a:ext cx="943584" cy="2453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C68DA981-21F3-FAD5-B068-BF6F64FD9AE7}"/>
              </a:ext>
            </a:extLst>
          </p:cNvPr>
          <p:cNvSpPr txBox="1"/>
          <p:nvPr/>
        </p:nvSpPr>
        <p:spPr>
          <a:xfrm>
            <a:off x="469361" y="1419719"/>
            <a:ext cx="1583176" cy="769441"/>
          </a:xfrm>
          <a:prstGeom prst="rect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bg1"/>
                </a:solidFill>
              </a:rPr>
              <a:t>Seus projetos/repositórios criados ou copiados</a:t>
            </a:r>
            <a:br>
              <a:rPr lang="pt-BR" sz="1100" b="1" dirty="0">
                <a:solidFill>
                  <a:schemeClr val="bg1"/>
                </a:solidFill>
              </a:rPr>
            </a:br>
            <a:r>
              <a:rPr lang="pt-BR" sz="1100" b="1" dirty="0">
                <a:solidFill>
                  <a:schemeClr val="bg1"/>
                </a:solidFill>
              </a:rPr>
              <a:t>(</a:t>
            </a:r>
            <a:r>
              <a:rPr lang="pt-BR" sz="1100" b="1" dirty="0" err="1">
                <a:solidFill>
                  <a:schemeClr val="bg1"/>
                </a:solidFill>
              </a:rPr>
              <a:t>cloned</a:t>
            </a:r>
            <a:r>
              <a:rPr lang="pt-BR" sz="1100" b="1" dirty="0">
                <a:solidFill>
                  <a:schemeClr val="bg1"/>
                </a:solidFill>
              </a:rPr>
              <a:t>)</a:t>
            </a:r>
            <a:endParaRPr lang="en-US" sz="11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79601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6C31B-554B-F22B-CF9B-BC9869014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Tela de celular com aplicativo aberto&#10;&#10;O conteúdo gerado por IA pode estar incorreto.">
            <a:extLst>
              <a:ext uri="{FF2B5EF4-FFF2-40B4-BE49-F238E27FC236}">
                <a16:creationId xmlns:a16="http://schemas.microsoft.com/office/drawing/2014/main" id="{CF0CD26B-0649-03AD-7014-1757842AF7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49722"/>
            <a:ext cx="12192000" cy="5358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2C2C4128-F9E0-A5C4-349D-7F53A1416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760723" cy="93173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Criando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uma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conta</a:t>
            </a:r>
            <a:r>
              <a:rPr lang="en-US" b="1" dirty="0">
                <a:solidFill>
                  <a:srgbClr val="6E4F8A"/>
                </a:solidFill>
              </a:rPr>
              <a:t> no GitHub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13FBB838-F65F-BD7B-446C-42A8D1EBF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26</a:t>
            </a:fld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370A874A-6B88-8446-30D8-E3707DF6C6BC}"/>
              </a:ext>
            </a:extLst>
          </p:cNvPr>
          <p:cNvSpPr/>
          <p:nvPr/>
        </p:nvSpPr>
        <p:spPr>
          <a:xfrm>
            <a:off x="797668" y="1155473"/>
            <a:ext cx="943584" cy="2453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B1D2CB03-9C12-A701-4CDF-60C926BFD73B}"/>
              </a:ext>
            </a:extLst>
          </p:cNvPr>
          <p:cNvSpPr/>
          <p:nvPr/>
        </p:nvSpPr>
        <p:spPr>
          <a:xfrm>
            <a:off x="10483174" y="809084"/>
            <a:ext cx="392349" cy="2453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B84CC725-8243-D310-9880-98986059DDDE}"/>
              </a:ext>
            </a:extLst>
          </p:cNvPr>
          <p:cNvSpPr/>
          <p:nvPr/>
        </p:nvSpPr>
        <p:spPr>
          <a:xfrm>
            <a:off x="10483174" y="1302467"/>
            <a:ext cx="1297022" cy="2345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C47620B6-5C87-04C4-713E-ABFB74B65771}"/>
              </a:ext>
            </a:extLst>
          </p:cNvPr>
          <p:cNvSpPr txBox="1"/>
          <p:nvPr/>
        </p:nvSpPr>
        <p:spPr>
          <a:xfrm>
            <a:off x="469361" y="1419719"/>
            <a:ext cx="1583176" cy="769441"/>
          </a:xfrm>
          <a:prstGeom prst="rect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bg1"/>
                </a:solidFill>
              </a:rPr>
              <a:t>Seus projetos/repositórios criados ou copiados</a:t>
            </a:r>
            <a:br>
              <a:rPr lang="pt-BR" sz="1100" b="1" dirty="0">
                <a:solidFill>
                  <a:schemeClr val="bg1"/>
                </a:solidFill>
              </a:rPr>
            </a:br>
            <a:r>
              <a:rPr lang="pt-BR" sz="1100" b="1" dirty="0">
                <a:solidFill>
                  <a:schemeClr val="bg1"/>
                </a:solidFill>
              </a:rPr>
              <a:t>(</a:t>
            </a:r>
            <a:r>
              <a:rPr lang="pt-BR" sz="1100" b="1" dirty="0" err="1">
                <a:solidFill>
                  <a:schemeClr val="bg1"/>
                </a:solidFill>
              </a:rPr>
              <a:t>cloned</a:t>
            </a:r>
            <a:r>
              <a:rPr lang="pt-BR" sz="1100" b="1" dirty="0">
                <a:solidFill>
                  <a:schemeClr val="bg1"/>
                </a:solidFill>
              </a:rPr>
              <a:t>)</a:t>
            </a:r>
            <a:endParaRPr lang="en-US" sz="1100" b="1" dirty="0">
              <a:solidFill>
                <a:schemeClr val="bg1"/>
              </a:solidFill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B2B76F36-E355-7268-5489-1F22569EE56A}"/>
              </a:ext>
            </a:extLst>
          </p:cNvPr>
          <p:cNvSpPr txBox="1"/>
          <p:nvPr/>
        </p:nvSpPr>
        <p:spPr>
          <a:xfrm>
            <a:off x="10548026" y="3167402"/>
            <a:ext cx="1167318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b="1" dirty="0">
                <a:solidFill>
                  <a:schemeClr val="bg1"/>
                </a:solidFill>
              </a:rPr>
              <a:t>Criando um novo repositório</a:t>
            </a:r>
            <a:endParaRPr lang="en-US" sz="11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31215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03FB7-423E-2386-76DA-9EE660F5C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938603-286A-E375-CBF6-EA9F61EA5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945566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Baixando</a:t>
            </a:r>
            <a:r>
              <a:rPr lang="en-US" b="1" dirty="0">
                <a:solidFill>
                  <a:srgbClr val="6E4F8A"/>
                </a:solidFill>
              </a:rPr>
              <a:t> um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D2899814-15EC-5321-C385-03D5E6472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27</a:t>
            </a:fld>
            <a:endParaRPr lang="en-US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F999B104-8F88-6B9C-866E-85F67EC91E5F}"/>
              </a:ext>
            </a:extLst>
          </p:cNvPr>
          <p:cNvSpPr txBox="1"/>
          <p:nvPr/>
        </p:nvSpPr>
        <p:spPr>
          <a:xfrm>
            <a:off x="2313560" y="6083539"/>
            <a:ext cx="7668640" cy="27699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US" sz="1200" dirty="0">
                <a:hlinkClick r:id="rId2"/>
              </a:rPr>
              <a:t>https://github.com/souzayuri/LABIC_curso_introducao_a_manejo_visualizacao_e_analise_de_dados_com_R</a:t>
            </a:r>
            <a:endParaRPr lang="en-US" sz="1200" dirty="0"/>
          </a:p>
        </p:txBody>
      </p:sp>
      <p:pic>
        <p:nvPicPr>
          <p:cNvPr id="6" name="Imagem 5" descr="Tela de computador com jogo&#10;&#10;O conteúdo gerado por IA pode estar incorreto.">
            <a:extLst>
              <a:ext uri="{FF2B5EF4-FFF2-40B4-BE49-F238E27FC236}">
                <a16:creationId xmlns:a16="http://schemas.microsoft.com/office/drawing/2014/main" id="{00F50BDD-1574-2012-F381-280D39350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13661"/>
            <a:ext cx="12192000" cy="5230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104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5EBA2-DD1D-72DF-5321-DFA92B28D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F41AED-4A13-6038-B1C9-FA10AEBDA5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945566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Baixando</a:t>
            </a:r>
            <a:r>
              <a:rPr lang="en-US" b="1" dirty="0">
                <a:solidFill>
                  <a:srgbClr val="6E4F8A"/>
                </a:solidFill>
              </a:rPr>
              <a:t> um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CD59FED3-8AEF-1E24-A390-C8097BABD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28</a:t>
            </a:fld>
            <a:endParaRPr lang="en-US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AA3A3FF8-2383-C359-3757-16A5FFDA8ECD}"/>
              </a:ext>
            </a:extLst>
          </p:cNvPr>
          <p:cNvSpPr txBox="1"/>
          <p:nvPr/>
        </p:nvSpPr>
        <p:spPr>
          <a:xfrm>
            <a:off x="2313560" y="6083539"/>
            <a:ext cx="7668640" cy="27699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>
            <a:spAutoFit/>
          </a:bodyPr>
          <a:lstStyle/>
          <a:p>
            <a:r>
              <a:rPr lang="en-US" sz="1200" dirty="0">
                <a:hlinkClick r:id="rId2"/>
              </a:rPr>
              <a:t>https://github.com/souzayuri/LABIC_curso_introducao_a_manejo_visualizacao_e_analise_de_dados_com_R</a:t>
            </a:r>
            <a:endParaRPr lang="en-US" sz="1200" dirty="0"/>
          </a:p>
        </p:txBody>
      </p:sp>
      <p:pic>
        <p:nvPicPr>
          <p:cNvPr id="5" name="Imagem 4" descr="Tela de computador com fundo preto&#10;&#10;O conteúdo gerado por IA pode estar incorreto.">
            <a:extLst>
              <a:ext uri="{FF2B5EF4-FFF2-40B4-BE49-F238E27FC236}">
                <a16:creationId xmlns:a16="http://schemas.microsoft.com/office/drawing/2014/main" id="{FA178489-CD71-3C2E-7C9C-B13233CE52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59992"/>
            <a:ext cx="12192000" cy="5338015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9AB1F926-1E20-6673-B970-A39662A8DA65}"/>
              </a:ext>
            </a:extLst>
          </p:cNvPr>
          <p:cNvSpPr/>
          <p:nvPr/>
        </p:nvSpPr>
        <p:spPr>
          <a:xfrm>
            <a:off x="7247106" y="1933686"/>
            <a:ext cx="768485" cy="2453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8C7C6E14-13BF-A444-4340-A908B5805266}"/>
              </a:ext>
            </a:extLst>
          </p:cNvPr>
          <p:cNvSpPr/>
          <p:nvPr/>
        </p:nvSpPr>
        <p:spPr>
          <a:xfrm>
            <a:off x="7631348" y="3058288"/>
            <a:ext cx="238329" cy="2453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54F30BD6-D7C7-F080-E299-2041E3A7E736}"/>
              </a:ext>
            </a:extLst>
          </p:cNvPr>
          <p:cNvSpPr/>
          <p:nvPr/>
        </p:nvSpPr>
        <p:spPr>
          <a:xfrm>
            <a:off x="8015591" y="1730872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E4C63591-4D8E-D1FD-FDE9-253145FB6301}"/>
              </a:ext>
            </a:extLst>
          </p:cNvPr>
          <p:cNvSpPr/>
          <p:nvPr/>
        </p:nvSpPr>
        <p:spPr>
          <a:xfrm>
            <a:off x="7649105" y="2795757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5775714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84F70-515F-49E6-B47B-29F738699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5DCF61-698C-5D49-D61E-9B5A05FE3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Instalando</a:t>
            </a:r>
            <a:r>
              <a:rPr lang="en-US" b="1" dirty="0">
                <a:solidFill>
                  <a:srgbClr val="6E4F8A"/>
                </a:solidFill>
              </a:rPr>
              <a:t> Git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EA7E4358-293A-ECAA-9209-E7B9CF85E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29</a:t>
            </a:fld>
            <a:endParaRPr lang="en-US"/>
          </a:p>
        </p:txBody>
      </p:sp>
      <p:pic>
        <p:nvPicPr>
          <p:cNvPr id="4" name="Imagem 3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A1B1C35A-E1A7-7E16-3CBF-FDB38FAD29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150" y="818231"/>
            <a:ext cx="7813700" cy="5903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5159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8DDF1C-01DA-7CF2-8798-0378E393D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30</a:t>
            </a:fld>
            <a:endParaRPr lang="en-US"/>
          </a:p>
        </p:txBody>
      </p:sp>
      <p:pic>
        <p:nvPicPr>
          <p:cNvPr id="6" name="Imagem 5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634EFBE7-1112-4722-1EE7-44320EF00C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3102" y="1738076"/>
            <a:ext cx="3905795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09703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</TotalTime>
  <Words>634</Words>
  <Application>Microsoft Office PowerPoint</Application>
  <PresentationFormat>Widescreen</PresentationFormat>
  <Paragraphs>157</Paragraphs>
  <Slides>30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30</vt:i4>
      </vt:variant>
    </vt:vector>
  </HeadingPairs>
  <TitlesOfParts>
    <vt:vector size="34" baseType="lpstr">
      <vt:lpstr>Aptos</vt:lpstr>
      <vt:lpstr>Aptos Display</vt:lpstr>
      <vt:lpstr>Arial</vt:lpstr>
      <vt:lpstr>Tema do Office</vt:lpstr>
      <vt:lpstr>Configurando o ambiente R e GitHub</vt:lpstr>
      <vt:lpstr>Baixando R</vt:lpstr>
      <vt:lpstr>Baixando R e RStudio</vt:lpstr>
      <vt:lpstr>Explorando RStudio</vt:lpstr>
      <vt:lpstr>Explorando RStudio</vt:lpstr>
      <vt:lpstr>Explorando RStudio</vt:lpstr>
      <vt:lpstr>Explorando RStudio</vt:lpstr>
      <vt:lpstr>Explorando RStudio</vt:lpstr>
      <vt:lpstr>Explorando RStudio</vt:lpstr>
      <vt:lpstr>Explorando RStudio</vt:lpstr>
      <vt:lpstr>Explorando RStudio</vt:lpstr>
      <vt:lpstr>Explorando RStudio</vt:lpstr>
      <vt:lpstr>Configurando o RStudio</vt:lpstr>
      <vt:lpstr>Configurando o RStudio</vt:lpstr>
      <vt:lpstr>Instalando Git</vt:lpstr>
      <vt:lpstr>Instalando Git</vt:lpstr>
      <vt:lpstr>Instalando Git</vt:lpstr>
      <vt:lpstr>Instalando Git</vt:lpstr>
      <vt:lpstr>Instalando Git</vt:lpstr>
      <vt:lpstr>Instalando Git</vt:lpstr>
      <vt:lpstr>Instalando Git</vt:lpstr>
      <vt:lpstr>Instalando Git</vt:lpstr>
      <vt:lpstr>Instalando Git</vt:lpstr>
      <vt:lpstr>Criando uma conta no GitHub</vt:lpstr>
      <vt:lpstr>Criando uma conta no GitHub</vt:lpstr>
      <vt:lpstr>Criando uma conta no GitHub</vt:lpstr>
      <vt:lpstr>Baixando um repositório do GitHub no RStudio</vt:lpstr>
      <vt:lpstr>Baixando um repositório do GitHub no RStudio</vt:lpstr>
      <vt:lpstr>Instalando Git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Lautenschlager Rodrigues, Lais</dc:creator>
  <cp:lastModifiedBy>Lautenschlager Rodrigues, Lais</cp:lastModifiedBy>
  <cp:revision>8</cp:revision>
  <dcterms:created xsi:type="dcterms:W3CDTF">2025-12-24T15:52:49Z</dcterms:created>
  <dcterms:modified xsi:type="dcterms:W3CDTF">2025-12-25T13:44:51Z</dcterms:modified>
</cp:coreProperties>
</file>